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63" r:id="rId6"/>
    <p:sldId id="274" r:id="rId7"/>
    <p:sldId id="275" r:id="rId8"/>
    <p:sldId id="276" r:id="rId9"/>
    <p:sldId id="277" r:id="rId10"/>
    <p:sldId id="278" r:id="rId11"/>
    <p:sldId id="280" r:id="rId12"/>
    <p:sldId id="281" r:id="rId13"/>
    <p:sldId id="285" r:id="rId14"/>
    <p:sldId id="286" r:id="rId15"/>
    <p:sldId id="288" r:id="rId16"/>
    <p:sldId id="290" r:id="rId17"/>
    <p:sldId id="289" r:id="rId18"/>
    <p:sldId id="287" r:id="rId19"/>
    <p:sldId id="257" r:id="rId20"/>
    <p:sldId id="272" r:id="rId21"/>
    <p:sldId id="279" r:id="rId22"/>
    <p:sldId id="282" r:id="rId23"/>
    <p:sldId id="296" r:id="rId24"/>
    <p:sldId id="301" r:id="rId25"/>
    <p:sldId id="284" r:id="rId26"/>
    <p:sldId id="300" r:id="rId27"/>
    <p:sldId id="283" r:id="rId28"/>
    <p:sldId id="297" r:id="rId29"/>
    <p:sldId id="298" r:id="rId30"/>
    <p:sldId id="291" r:id="rId31"/>
    <p:sldId id="304" r:id="rId32"/>
    <p:sldId id="292" r:id="rId33"/>
    <p:sldId id="302" r:id="rId34"/>
    <p:sldId id="303" r:id="rId35"/>
    <p:sldId id="293" r:id="rId36"/>
    <p:sldId id="299" r:id="rId37"/>
    <p:sldId id="294" r:id="rId38"/>
    <p:sldId id="305" r:id="rId39"/>
    <p:sldId id="262" r:id="rId40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43"/>
      <p:bold r:id="rId44"/>
      <p:italic r:id="rId45"/>
      <p:boldItalic r:id="rId46"/>
    </p:embeddedFont>
    <p:embeddedFont>
      <p:font typeface="Roboto Medium" panose="02000000000000000000" pitchFamily="2" charset="0"/>
      <p:regular r:id="rId47"/>
      <p:italic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B1B"/>
    <a:srgbClr val="193233"/>
    <a:srgbClr val="98F8FE"/>
    <a:srgbClr val="B0FFFF"/>
    <a:srgbClr val="0A1523"/>
    <a:srgbClr val="ED2A24"/>
    <a:srgbClr val="D9FFFF"/>
    <a:srgbClr val="630991"/>
    <a:srgbClr val="0D000D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A12F0A-FED2-324F-8180-9E0D6EAE4E4D}" v="232" dt="2026-10-13T08:09:28.315"/>
  </p1510:revLst>
</p1510:revInfo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 autoAdjust="0"/>
    <p:restoredTop sz="94624" autoAdjust="0"/>
  </p:normalViewPr>
  <p:slideViewPr>
    <p:cSldViewPr snapToObjects="1">
      <p:cViewPr varScale="1">
        <p:scale>
          <a:sx n="165" d="100"/>
          <a:sy n="165" d="100"/>
        </p:scale>
        <p:origin x="192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Niehaus" userId="b6c278dd29e7d5bb" providerId="LiveId" clId="{3ECD899E-FC11-5A89-BB57-F8378BBE68C5}"/>
    <pc:docChg chg="undo custSel addSld delSld modSld">
      <pc:chgData name="Michael Niehaus" userId="b6c278dd29e7d5bb" providerId="LiveId" clId="{3ECD899E-FC11-5A89-BB57-F8378BBE68C5}" dt="2026-10-13T08:11:27.499" v="3981" actId="700"/>
      <pc:docMkLst>
        <pc:docMk/>
      </pc:docMkLst>
      <pc:sldChg chg="modSp mod">
        <pc:chgData name="Michael Niehaus" userId="b6c278dd29e7d5bb" providerId="LiveId" clId="{3ECD899E-FC11-5A89-BB57-F8378BBE68C5}" dt="2026-10-13T08:03:49.188" v="3969" actId="1076"/>
        <pc:sldMkLst>
          <pc:docMk/>
          <pc:sldMk cId="3420552308" sldId="263"/>
        </pc:sldMkLst>
        <pc:spChg chg="mod">
          <ac:chgData name="Michael Niehaus" userId="b6c278dd29e7d5bb" providerId="LiveId" clId="{3ECD899E-FC11-5A89-BB57-F8378BBE68C5}" dt="2026-10-13T08:03:31.156" v="3966" actId="1076"/>
          <ac:spMkLst>
            <pc:docMk/>
            <pc:sldMk cId="3420552308" sldId="263"/>
            <ac:spMk id="2" creationId="{14FC5DAF-8F57-46B2-9F41-B03F489CBDDB}"/>
          </ac:spMkLst>
        </pc:spChg>
        <pc:spChg chg="mod">
          <ac:chgData name="Michael Niehaus" userId="b6c278dd29e7d5bb" providerId="LiveId" clId="{3ECD899E-FC11-5A89-BB57-F8378BBE68C5}" dt="2026-10-13T08:03:41.667" v="3967" actId="1076"/>
          <ac:spMkLst>
            <pc:docMk/>
            <pc:sldMk cId="3420552308" sldId="263"/>
            <ac:spMk id="3" creationId="{D944984C-634C-4ED0-B981-94C45DEC1281}"/>
          </ac:spMkLst>
        </pc:spChg>
        <pc:spChg chg="mod">
          <ac:chgData name="Michael Niehaus" userId="b6c278dd29e7d5bb" providerId="LiveId" clId="{3ECD899E-FC11-5A89-BB57-F8378BBE68C5}" dt="2026-10-13T08:03:49.188" v="3969" actId="1076"/>
          <ac:spMkLst>
            <pc:docMk/>
            <pc:sldMk cId="3420552308" sldId="263"/>
            <ac:spMk id="4" creationId="{9D0D1FD9-032B-0D1B-0764-F6172D1582A8}"/>
          </ac:spMkLst>
        </pc:spChg>
      </pc:sldChg>
      <pc:sldChg chg="modSp mod">
        <pc:chgData name="Michael Niehaus" userId="b6c278dd29e7d5bb" providerId="LiveId" clId="{3ECD899E-FC11-5A89-BB57-F8378BBE68C5}" dt="2026-10-12T07:44:39.652" v="1062" actId="20577"/>
        <pc:sldMkLst>
          <pc:docMk/>
          <pc:sldMk cId="487806230" sldId="284"/>
        </pc:sldMkLst>
        <pc:spChg chg="mod">
          <ac:chgData name="Michael Niehaus" userId="b6c278dd29e7d5bb" providerId="LiveId" clId="{3ECD899E-FC11-5A89-BB57-F8378BBE68C5}" dt="2026-10-12T07:44:39.652" v="1062" actId="20577"/>
          <ac:spMkLst>
            <pc:docMk/>
            <pc:sldMk cId="487806230" sldId="284"/>
            <ac:spMk id="5" creationId="{7BDEA302-1EFA-7E32-3058-2EDF59035CA7}"/>
          </ac:spMkLst>
        </pc:spChg>
      </pc:sldChg>
      <pc:sldChg chg="addSp delSp modSp new mod">
        <pc:chgData name="Michael Niehaus" userId="b6c278dd29e7d5bb" providerId="LiveId" clId="{3ECD899E-FC11-5A89-BB57-F8378BBE68C5}" dt="2026-10-12T10:00:05.822" v="3423" actId="1036"/>
        <pc:sldMkLst>
          <pc:docMk/>
          <pc:sldMk cId="2267377026" sldId="285"/>
        </pc:sldMkLst>
        <pc:spChg chg="mod">
          <ac:chgData name="Michael Niehaus" userId="b6c278dd29e7d5bb" providerId="LiveId" clId="{3ECD899E-FC11-5A89-BB57-F8378BBE68C5}" dt="2026-10-12T06:17:20.763" v="40" actId="20577"/>
          <ac:spMkLst>
            <pc:docMk/>
            <pc:sldMk cId="2267377026" sldId="285"/>
            <ac:spMk id="2" creationId="{60D65FEA-5A8D-ED0C-0B20-02F44F4E1080}"/>
          </ac:spMkLst>
        </pc:spChg>
        <pc:spChg chg="mod">
          <ac:chgData name="Michael Niehaus" userId="b6c278dd29e7d5bb" providerId="LiveId" clId="{3ECD899E-FC11-5A89-BB57-F8378BBE68C5}" dt="2026-10-12T06:41:00.034" v="112" actId="21"/>
          <ac:spMkLst>
            <pc:docMk/>
            <pc:sldMk cId="2267377026" sldId="285"/>
            <ac:spMk id="3" creationId="{66EB491F-52FB-41AD-312E-F546E2AB7A3B}"/>
          </ac:spMkLst>
        </pc:spChg>
        <pc:spChg chg="mod">
          <ac:chgData name="Michael Niehaus" userId="b6c278dd29e7d5bb" providerId="LiveId" clId="{3ECD899E-FC11-5A89-BB57-F8378BBE68C5}" dt="2026-10-12T06:41:02.070" v="113"/>
          <ac:spMkLst>
            <pc:docMk/>
            <pc:sldMk cId="2267377026" sldId="285"/>
            <ac:spMk id="4" creationId="{4FD0646A-94FE-6663-BB61-848FAACCE154}"/>
          </ac:spMkLst>
        </pc:spChg>
        <pc:spChg chg="add del">
          <ac:chgData name="Michael Niehaus" userId="b6c278dd29e7d5bb" providerId="LiveId" clId="{3ECD899E-FC11-5A89-BB57-F8378BBE68C5}" dt="2026-10-12T06:40:07.862" v="107" actId="22"/>
          <ac:spMkLst>
            <pc:docMk/>
            <pc:sldMk cId="2267377026" sldId="285"/>
            <ac:spMk id="6" creationId="{F0E32CA9-382E-422A-B64A-906E1D30C29F}"/>
          </ac:spMkLst>
        </pc:spChg>
        <pc:picChg chg="add mod">
          <ac:chgData name="Michael Niehaus" userId="b6c278dd29e7d5bb" providerId="LiveId" clId="{3ECD899E-FC11-5A89-BB57-F8378BBE68C5}" dt="2026-10-12T10:00:05.822" v="3423" actId="1036"/>
          <ac:picMkLst>
            <pc:docMk/>
            <pc:sldMk cId="2267377026" sldId="285"/>
            <ac:picMk id="7" creationId="{342E6548-7F4F-D274-DC83-5A254B2180B6}"/>
          </ac:picMkLst>
        </pc:picChg>
        <pc:picChg chg="add mod">
          <ac:chgData name="Michael Niehaus" userId="b6c278dd29e7d5bb" providerId="LiveId" clId="{3ECD899E-FC11-5A89-BB57-F8378BBE68C5}" dt="2026-10-12T10:00:05.822" v="3423" actId="1036"/>
          <ac:picMkLst>
            <pc:docMk/>
            <pc:sldMk cId="2267377026" sldId="285"/>
            <ac:picMk id="8" creationId="{4B7F14BB-FADE-755F-CB17-39D6F0E08674}"/>
          </ac:picMkLst>
        </pc:picChg>
      </pc:sldChg>
      <pc:sldChg chg="addSp delSp modSp new mod">
        <pc:chgData name="Michael Niehaus" userId="b6c278dd29e7d5bb" providerId="LiveId" clId="{3ECD899E-FC11-5A89-BB57-F8378BBE68C5}" dt="2026-10-12T06:51:27.076" v="158" actId="14100"/>
        <pc:sldMkLst>
          <pc:docMk/>
          <pc:sldMk cId="489993894" sldId="286"/>
        </pc:sldMkLst>
        <pc:spChg chg="mod">
          <ac:chgData name="Michael Niehaus" userId="b6c278dd29e7d5bb" providerId="LiveId" clId="{3ECD899E-FC11-5A89-BB57-F8378BBE68C5}" dt="2026-10-12T06:48:02.205" v="137" actId="20577"/>
          <ac:spMkLst>
            <pc:docMk/>
            <pc:sldMk cId="489993894" sldId="286"/>
            <ac:spMk id="2" creationId="{35B12BC2-56B4-1DC1-ED63-D94F54B043C7}"/>
          </ac:spMkLst>
        </pc:spChg>
        <pc:spChg chg="mod">
          <ac:chgData name="Michael Niehaus" userId="b6c278dd29e7d5bb" providerId="LiveId" clId="{3ECD899E-FC11-5A89-BB57-F8378BBE68C5}" dt="2026-10-12T06:49:18.103" v="151" actId="27636"/>
          <ac:spMkLst>
            <pc:docMk/>
            <pc:sldMk cId="489993894" sldId="286"/>
            <ac:spMk id="3" creationId="{953E2885-0406-CDAB-1ECC-FAC4FBB65F1F}"/>
          </ac:spMkLst>
        </pc:spChg>
        <pc:picChg chg="del">
          <ac:chgData name="Michael Niehaus" userId="b6c278dd29e7d5bb" providerId="LiveId" clId="{3ECD899E-FC11-5A89-BB57-F8378BBE68C5}" dt="2026-10-12T06:49:28" v="153" actId="478"/>
          <ac:picMkLst>
            <pc:docMk/>
            <pc:sldMk cId="489993894" sldId="286"/>
            <ac:picMk id="5" creationId="{F8C1BA49-023B-2E06-944E-CF008640A114}"/>
          </ac:picMkLst>
        </pc:picChg>
        <pc:picChg chg="del">
          <ac:chgData name="Michael Niehaus" userId="b6c278dd29e7d5bb" providerId="LiveId" clId="{3ECD899E-FC11-5A89-BB57-F8378BBE68C5}" dt="2026-10-12T06:49:25.407" v="152" actId="478"/>
          <ac:picMkLst>
            <pc:docMk/>
            <pc:sldMk cId="489993894" sldId="286"/>
            <ac:picMk id="6" creationId="{574042A4-A4D0-FD93-9D48-B25FFF7E8371}"/>
          </ac:picMkLst>
        </pc:picChg>
        <pc:picChg chg="del">
          <ac:chgData name="Michael Niehaus" userId="b6c278dd29e7d5bb" providerId="LiveId" clId="{3ECD899E-FC11-5A89-BB57-F8378BBE68C5}" dt="2026-10-12T06:49:28" v="153" actId="478"/>
          <ac:picMkLst>
            <pc:docMk/>
            <pc:sldMk cId="489993894" sldId="286"/>
            <ac:picMk id="7" creationId="{E9F4DCE4-5F79-9897-4752-06DCB1B731F5}"/>
          </ac:picMkLst>
        </pc:picChg>
        <pc:picChg chg="del">
          <ac:chgData name="Michael Niehaus" userId="b6c278dd29e7d5bb" providerId="LiveId" clId="{3ECD899E-FC11-5A89-BB57-F8378BBE68C5}" dt="2026-10-12T06:49:25.407" v="152" actId="478"/>
          <ac:picMkLst>
            <pc:docMk/>
            <pc:sldMk cId="489993894" sldId="286"/>
            <ac:picMk id="8" creationId="{6EFEB6DE-7796-2389-F35C-653AC0B26F83}"/>
          </ac:picMkLst>
        </pc:picChg>
        <pc:picChg chg="del">
          <ac:chgData name="Michael Niehaus" userId="b6c278dd29e7d5bb" providerId="LiveId" clId="{3ECD899E-FC11-5A89-BB57-F8378BBE68C5}" dt="2026-10-12T06:49:25.407" v="152" actId="478"/>
          <ac:picMkLst>
            <pc:docMk/>
            <pc:sldMk cId="489993894" sldId="286"/>
            <ac:picMk id="9" creationId="{E8EC8BA4-A154-3784-EF59-CBB502341351}"/>
          </ac:picMkLst>
        </pc:picChg>
        <pc:picChg chg="add mod">
          <ac:chgData name="Michael Niehaus" userId="b6c278dd29e7d5bb" providerId="LiveId" clId="{3ECD899E-FC11-5A89-BB57-F8378BBE68C5}" dt="2026-10-12T06:51:27.076" v="158" actId="14100"/>
          <ac:picMkLst>
            <pc:docMk/>
            <pc:sldMk cId="489993894" sldId="286"/>
            <ac:picMk id="10" creationId="{C27F2839-F300-1A94-F004-CD0050E145A7}"/>
          </ac:picMkLst>
        </pc:picChg>
      </pc:sldChg>
      <pc:sldChg chg="addSp delSp modSp new mod modClrScheme chgLayout">
        <pc:chgData name="Michael Niehaus" userId="b6c278dd29e7d5bb" providerId="LiveId" clId="{3ECD899E-FC11-5A89-BB57-F8378BBE68C5}" dt="2026-10-12T08:40:49.905" v="3420" actId="20577"/>
        <pc:sldMkLst>
          <pc:docMk/>
          <pc:sldMk cId="2522055827" sldId="287"/>
        </pc:sldMkLst>
        <pc:spChg chg="mod ord">
          <ac:chgData name="Michael Niehaus" userId="b6c278dd29e7d5bb" providerId="LiveId" clId="{3ECD899E-FC11-5A89-BB57-F8378BBE68C5}" dt="2026-10-12T06:51:54.920" v="189" actId="700"/>
          <ac:spMkLst>
            <pc:docMk/>
            <pc:sldMk cId="2522055827" sldId="287"/>
            <ac:spMk id="2" creationId="{93022898-70D7-505C-5919-C935C092DBAB}"/>
          </ac:spMkLst>
        </pc:spChg>
        <pc:spChg chg="del mod ord">
          <ac:chgData name="Michael Niehaus" userId="b6c278dd29e7d5bb" providerId="LiveId" clId="{3ECD899E-FC11-5A89-BB57-F8378BBE68C5}" dt="2026-10-12T06:51:54.920" v="189" actId="700"/>
          <ac:spMkLst>
            <pc:docMk/>
            <pc:sldMk cId="2522055827" sldId="287"/>
            <ac:spMk id="3" creationId="{B8DAD2DB-11D4-3341-24B6-3BF7837008A7}"/>
          </ac:spMkLst>
        </pc:spChg>
        <pc:spChg chg="del">
          <ac:chgData name="Michael Niehaus" userId="b6c278dd29e7d5bb" providerId="LiveId" clId="{3ECD899E-FC11-5A89-BB57-F8378BBE68C5}" dt="2026-10-12T06:51:54.920" v="189" actId="700"/>
          <ac:spMkLst>
            <pc:docMk/>
            <pc:sldMk cId="2522055827" sldId="287"/>
            <ac:spMk id="4" creationId="{3D987C74-1C7B-327F-1D89-D2272B3643E2}"/>
          </ac:spMkLst>
        </pc:spChg>
        <pc:spChg chg="add mod ord">
          <ac:chgData name="Michael Niehaus" userId="b6c278dd29e7d5bb" providerId="LiveId" clId="{3ECD899E-FC11-5A89-BB57-F8378BBE68C5}" dt="2026-10-12T08:40:49.905" v="3420" actId="20577"/>
          <ac:spMkLst>
            <pc:docMk/>
            <pc:sldMk cId="2522055827" sldId="287"/>
            <ac:spMk id="5" creationId="{D883C8EE-B328-B6CB-C43D-E8CDF7168FAE}"/>
          </ac:spMkLst>
        </pc:spChg>
      </pc:sldChg>
      <pc:sldChg chg="addSp modSp new mod">
        <pc:chgData name="Michael Niehaus" userId="b6c278dd29e7d5bb" providerId="LiveId" clId="{3ECD899E-FC11-5A89-BB57-F8378BBE68C5}" dt="2026-10-13T07:57:07.104" v="3943" actId="1076"/>
        <pc:sldMkLst>
          <pc:docMk/>
          <pc:sldMk cId="2330238212" sldId="288"/>
        </pc:sldMkLst>
        <pc:spChg chg="mod">
          <ac:chgData name="Michael Niehaus" userId="b6c278dd29e7d5bb" providerId="LiveId" clId="{3ECD899E-FC11-5A89-BB57-F8378BBE68C5}" dt="2026-10-12T06:53:47.299" v="440" actId="20577"/>
          <ac:spMkLst>
            <pc:docMk/>
            <pc:sldMk cId="2330238212" sldId="288"/>
            <ac:spMk id="2" creationId="{64D8E8BB-7EEB-AE18-CB66-BE256913C9D1}"/>
          </ac:spMkLst>
        </pc:spChg>
        <pc:spChg chg="mod">
          <ac:chgData name="Michael Niehaus" userId="b6c278dd29e7d5bb" providerId="LiveId" clId="{3ECD899E-FC11-5A89-BB57-F8378BBE68C5}" dt="2026-10-12T06:56:18.919" v="559" actId="20577"/>
          <ac:spMkLst>
            <pc:docMk/>
            <pc:sldMk cId="2330238212" sldId="288"/>
            <ac:spMk id="3" creationId="{D61AD0B1-811F-6BB9-6009-6863BF6FDA4B}"/>
          </ac:spMkLst>
        </pc:spChg>
        <pc:picChg chg="add mod">
          <ac:chgData name="Michael Niehaus" userId="b6c278dd29e7d5bb" providerId="LiveId" clId="{3ECD899E-FC11-5A89-BB57-F8378BBE68C5}" dt="2026-10-13T07:57:07.104" v="3943" actId="1076"/>
          <ac:picMkLst>
            <pc:docMk/>
            <pc:sldMk cId="2330238212" sldId="288"/>
            <ac:picMk id="5" creationId="{D894F3DC-F460-1C39-834C-9AA2E7261EF1}"/>
          </ac:picMkLst>
        </pc:picChg>
      </pc:sldChg>
      <pc:sldChg chg="addSp modSp new mod">
        <pc:chgData name="Michael Niehaus" userId="b6c278dd29e7d5bb" providerId="LiveId" clId="{3ECD899E-FC11-5A89-BB57-F8378BBE68C5}" dt="2026-10-13T08:09:37.965" v="3980" actId="14100"/>
        <pc:sldMkLst>
          <pc:docMk/>
          <pc:sldMk cId="1025122437" sldId="289"/>
        </pc:sldMkLst>
        <pc:spChg chg="mod">
          <ac:chgData name="Michael Niehaus" userId="b6c278dd29e7d5bb" providerId="LiveId" clId="{3ECD899E-FC11-5A89-BB57-F8378BBE68C5}" dt="2026-10-12T06:57:11.214" v="595" actId="20577"/>
          <ac:spMkLst>
            <pc:docMk/>
            <pc:sldMk cId="1025122437" sldId="289"/>
            <ac:spMk id="2" creationId="{CBD1B68B-AF4D-D9CF-F614-771EC2D031E3}"/>
          </ac:spMkLst>
        </pc:spChg>
        <pc:spChg chg="mod">
          <ac:chgData name="Michael Niehaus" userId="b6c278dd29e7d5bb" providerId="LiveId" clId="{3ECD899E-FC11-5A89-BB57-F8378BBE68C5}" dt="2026-10-13T08:09:29.934" v="3978" actId="20577"/>
          <ac:spMkLst>
            <pc:docMk/>
            <pc:sldMk cId="1025122437" sldId="289"/>
            <ac:spMk id="3" creationId="{C49FD245-60C0-909B-3BF3-156C16B853EA}"/>
          </ac:spMkLst>
        </pc:spChg>
        <pc:spChg chg="mod">
          <ac:chgData name="Michael Niehaus" userId="b6c278dd29e7d5bb" providerId="LiveId" clId="{3ECD899E-FC11-5A89-BB57-F8378BBE68C5}" dt="2026-10-13T08:09:26.066" v="3972" actId="21"/>
          <ac:spMkLst>
            <pc:docMk/>
            <pc:sldMk cId="1025122437" sldId="289"/>
            <ac:spMk id="4" creationId="{12A37206-D9E5-1590-C324-53FAD7071379}"/>
          </ac:spMkLst>
        </pc:spChg>
        <pc:picChg chg="add mod">
          <ac:chgData name="Michael Niehaus" userId="b6c278dd29e7d5bb" providerId="LiveId" clId="{3ECD899E-FC11-5A89-BB57-F8378BBE68C5}" dt="2026-10-13T08:09:37.965" v="3980" actId="14100"/>
          <ac:picMkLst>
            <pc:docMk/>
            <pc:sldMk cId="1025122437" sldId="289"/>
            <ac:picMk id="5" creationId="{43A9E453-90D5-80DC-8A84-B9481F47223E}"/>
          </ac:picMkLst>
        </pc:picChg>
      </pc:sldChg>
      <pc:sldChg chg="addSp modSp new mod">
        <pc:chgData name="Michael Niehaus" userId="b6c278dd29e7d5bb" providerId="LiveId" clId="{3ECD899E-FC11-5A89-BB57-F8378BBE68C5}" dt="2026-10-13T07:51:12.345" v="3939" actId="1076"/>
        <pc:sldMkLst>
          <pc:docMk/>
          <pc:sldMk cId="2565887445" sldId="290"/>
        </pc:sldMkLst>
        <pc:spChg chg="mod">
          <ac:chgData name="Michael Niehaus" userId="b6c278dd29e7d5bb" providerId="LiveId" clId="{3ECD899E-FC11-5A89-BB57-F8378BBE68C5}" dt="2026-10-12T07:11:00.044" v="840" actId="20577"/>
          <ac:spMkLst>
            <pc:docMk/>
            <pc:sldMk cId="2565887445" sldId="290"/>
            <ac:spMk id="2" creationId="{DDC3C61F-D85E-A824-6597-D6E27BDC32E5}"/>
          </ac:spMkLst>
        </pc:spChg>
        <pc:spChg chg="mod">
          <ac:chgData name="Michael Niehaus" userId="b6c278dd29e7d5bb" providerId="LiveId" clId="{3ECD899E-FC11-5A89-BB57-F8378BBE68C5}" dt="2026-10-13T07:51:01.628" v="3935" actId="21"/>
          <ac:spMkLst>
            <pc:docMk/>
            <pc:sldMk cId="2565887445" sldId="290"/>
            <ac:spMk id="3" creationId="{F9A3F144-E5BD-E0BF-DCB5-0AE05EA9E812}"/>
          </ac:spMkLst>
        </pc:spChg>
        <pc:spChg chg="mod">
          <ac:chgData name="Michael Niehaus" userId="b6c278dd29e7d5bb" providerId="LiveId" clId="{3ECD899E-FC11-5A89-BB57-F8378BBE68C5}" dt="2026-10-13T07:51:04.130" v="3937" actId="5793"/>
          <ac:spMkLst>
            <pc:docMk/>
            <pc:sldMk cId="2565887445" sldId="290"/>
            <ac:spMk id="4" creationId="{3E769028-E7EE-50FD-4FD3-1CBE2040E159}"/>
          </ac:spMkLst>
        </pc:spChg>
        <pc:picChg chg="add mod">
          <ac:chgData name="Michael Niehaus" userId="b6c278dd29e7d5bb" providerId="LiveId" clId="{3ECD899E-FC11-5A89-BB57-F8378BBE68C5}" dt="2026-10-13T07:51:12.345" v="3939" actId="1076"/>
          <ac:picMkLst>
            <pc:docMk/>
            <pc:sldMk cId="2565887445" sldId="290"/>
            <ac:picMk id="5" creationId="{461AAC90-3D7E-29FF-E440-2ADC807C0FAF}"/>
          </ac:picMkLst>
        </pc:picChg>
      </pc:sldChg>
      <pc:sldChg chg="addSp delSp modSp new mod delAnim modAnim">
        <pc:chgData name="Michael Niehaus" userId="b6c278dd29e7d5bb" providerId="LiveId" clId="{3ECD899E-FC11-5A89-BB57-F8378BBE68C5}" dt="2026-10-12T21:30:16.273" v="3718" actId="13926"/>
        <pc:sldMkLst>
          <pc:docMk/>
          <pc:sldMk cId="1485909960" sldId="291"/>
        </pc:sldMkLst>
        <pc:spChg chg="mod">
          <ac:chgData name="Michael Niehaus" userId="b6c278dd29e7d5bb" providerId="LiveId" clId="{3ECD899E-FC11-5A89-BB57-F8378BBE68C5}" dt="2026-10-12T07:45:18.301" v="1091" actId="20577"/>
          <ac:spMkLst>
            <pc:docMk/>
            <pc:sldMk cId="1485909960" sldId="291"/>
            <ac:spMk id="2" creationId="{79845256-99D4-F3F4-21C8-10C0F7278F1E}"/>
          </ac:spMkLst>
        </pc:spChg>
        <pc:spChg chg="mod">
          <ac:chgData name="Michael Niehaus" userId="b6c278dd29e7d5bb" providerId="LiveId" clId="{3ECD899E-FC11-5A89-BB57-F8378BBE68C5}" dt="2026-10-12T21:30:16.273" v="3718" actId="13926"/>
          <ac:spMkLst>
            <pc:docMk/>
            <pc:sldMk cId="1485909960" sldId="291"/>
            <ac:spMk id="3" creationId="{A0584DE3-B4AC-9DD9-A511-E41228BA0973}"/>
          </ac:spMkLst>
        </pc:spChg>
        <pc:picChg chg="add mod">
          <ac:chgData name="Michael Niehaus" userId="b6c278dd29e7d5bb" providerId="LiveId" clId="{3ECD899E-FC11-5A89-BB57-F8378BBE68C5}" dt="2026-10-12T21:24:30.719" v="3711" actId="1076"/>
          <ac:picMkLst>
            <pc:docMk/>
            <pc:sldMk cId="1485909960" sldId="291"/>
            <ac:picMk id="5" creationId="{5A59C608-4281-BB7C-4E29-9EF113CC8CF0}"/>
          </ac:picMkLst>
        </pc:picChg>
        <pc:picChg chg="add del mod">
          <ac:chgData name="Michael Niehaus" userId="b6c278dd29e7d5bb" providerId="LiveId" clId="{3ECD899E-FC11-5A89-BB57-F8378BBE68C5}" dt="2026-10-12T21:30:01.602" v="3716" actId="478"/>
          <ac:picMkLst>
            <pc:docMk/>
            <pc:sldMk cId="1485909960" sldId="291"/>
            <ac:picMk id="6" creationId="{407A1C7A-9DB0-F1F8-1E1D-669422F85606}"/>
          </ac:picMkLst>
        </pc:picChg>
      </pc:sldChg>
      <pc:sldChg chg="modSp add mod">
        <pc:chgData name="Michael Niehaus" userId="b6c278dd29e7d5bb" providerId="LiveId" clId="{3ECD899E-FC11-5A89-BB57-F8378BBE68C5}" dt="2026-10-12T22:22:29.011" v="3910" actId="20577"/>
        <pc:sldMkLst>
          <pc:docMk/>
          <pc:sldMk cId="2550614535" sldId="292"/>
        </pc:sldMkLst>
        <pc:spChg chg="mod">
          <ac:chgData name="Michael Niehaus" userId="b6c278dd29e7d5bb" providerId="LiveId" clId="{3ECD899E-FC11-5A89-BB57-F8378BBE68C5}" dt="2026-10-12T07:45:38.135" v="1102" actId="20577"/>
          <ac:spMkLst>
            <pc:docMk/>
            <pc:sldMk cId="2550614535" sldId="292"/>
            <ac:spMk id="2" creationId="{F33176C2-E84E-258A-9B30-78DB1F06179B}"/>
          </ac:spMkLst>
        </pc:spChg>
        <pc:spChg chg="mod">
          <ac:chgData name="Michael Niehaus" userId="b6c278dd29e7d5bb" providerId="LiveId" clId="{3ECD899E-FC11-5A89-BB57-F8378BBE68C5}" dt="2026-10-12T22:22:29.011" v="3910" actId="20577"/>
          <ac:spMkLst>
            <pc:docMk/>
            <pc:sldMk cId="2550614535" sldId="292"/>
            <ac:spMk id="3" creationId="{C0EAF89D-D10F-6FE0-E630-3BBAF27B8946}"/>
          </ac:spMkLst>
        </pc:spChg>
        <pc:spChg chg="mod">
          <ac:chgData name="Michael Niehaus" userId="b6c278dd29e7d5bb" providerId="LiveId" clId="{3ECD899E-FC11-5A89-BB57-F8378BBE68C5}" dt="2026-10-12T22:22:23.509" v="3909" actId="20577"/>
          <ac:spMkLst>
            <pc:docMk/>
            <pc:sldMk cId="2550614535" sldId="292"/>
            <ac:spMk id="4" creationId="{C5AE9C12-B918-E8AF-A76B-A274E966859D}"/>
          </ac:spMkLst>
        </pc:spChg>
      </pc:sldChg>
      <pc:sldChg chg="addSp modSp add mod">
        <pc:chgData name="Michael Niehaus" userId="b6c278dd29e7d5bb" providerId="LiveId" clId="{3ECD899E-FC11-5A89-BB57-F8378BBE68C5}" dt="2026-10-12T22:15:49.969" v="3881" actId="14100"/>
        <pc:sldMkLst>
          <pc:docMk/>
          <pc:sldMk cId="2683214696" sldId="293"/>
        </pc:sldMkLst>
        <pc:spChg chg="mod">
          <ac:chgData name="Michael Niehaus" userId="b6c278dd29e7d5bb" providerId="LiveId" clId="{3ECD899E-FC11-5A89-BB57-F8378BBE68C5}" dt="2026-10-12T07:45:47.877" v="1111" actId="20577"/>
          <ac:spMkLst>
            <pc:docMk/>
            <pc:sldMk cId="2683214696" sldId="293"/>
            <ac:spMk id="2" creationId="{6B2F6EEE-F192-393C-B40A-3C8847F52D10}"/>
          </ac:spMkLst>
        </pc:spChg>
        <pc:spChg chg="mod">
          <ac:chgData name="Michael Niehaus" userId="b6c278dd29e7d5bb" providerId="LiveId" clId="{3ECD899E-FC11-5A89-BB57-F8378BBE68C5}" dt="2026-10-12T08:15:31.598" v="1784" actId="20577"/>
          <ac:spMkLst>
            <pc:docMk/>
            <pc:sldMk cId="2683214696" sldId="293"/>
            <ac:spMk id="3" creationId="{715495A2-F588-C8A0-2003-96D8F0CBC6FD}"/>
          </ac:spMkLst>
        </pc:spChg>
        <pc:picChg chg="add mod">
          <ac:chgData name="Michael Niehaus" userId="b6c278dd29e7d5bb" providerId="LiveId" clId="{3ECD899E-FC11-5A89-BB57-F8378BBE68C5}" dt="2026-10-12T22:15:49.969" v="3881" actId="14100"/>
          <ac:picMkLst>
            <pc:docMk/>
            <pc:sldMk cId="2683214696" sldId="293"/>
            <ac:picMk id="5" creationId="{5B30AB47-F636-282E-5872-059C89AC120C}"/>
          </ac:picMkLst>
        </pc:picChg>
      </pc:sldChg>
      <pc:sldChg chg="addSp modSp new mod">
        <pc:chgData name="Michael Niehaus" userId="b6c278dd29e7d5bb" providerId="LiveId" clId="{3ECD899E-FC11-5A89-BB57-F8378BBE68C5}" dt="2026-10-12T22:16:58.189" v="3892" actId="1076"/>
        <pc:sldMkLst>
          <pc:docMk/>
          <pc:sldMk cId="1125605859" sldId="294"/>
        </pc:sldMkLst>
        <pc:spChg chg="mod">
          <ac:chgData name="Michael Niehaus" userId="b6c278dd29e7d5bb" providerId="LiveId" clId="{3ECD899E-FC11-5A89-BB57-F8378BBE68C5}" dt="2026-10-12T08:35:03.831" v="2959" actId="20577"/>
          <ac:spMkLst>
            <pc:docMk/>
            <pc:sldMk cId="1125605859" sldId="294"/>
            <ac:spMk id="2" creationId="{02587C38-3706-5198-EB0A-1C36FA129E31}"/>
          </ac:spMkLst>
        </pc:spChg>
        <pc:spChg chg="mod">
          <ac:chgData name="Michael Niehaus" userId="b6c278dd29e7d5bb" providerId="LiveId" clId="{3ECD899E-FC11-5A89-BB57-F8378BBE68C5}" dt="2026-10-12T22:16:47.752" v="3889" actId="20577"/>
          <ac:spMkLst>
            <pc:docMk/>
            <pc:sldMk cId="1125605859" sldId="294"/>
            <ac:spMk id="3" creationId="{344706DE-DD40-AB2C-0827-1FC7E2ED8C6F}"/>
          </ac:spMkLst>
        </pc:spChg>
        <pc:spChg chg="mod">
          <ac:chgData name="Michael Niehaus" userId="b6c278dd29e7d5bb" providerId="LiveId" clId="{3ECD899E-FC11-5A89-BB57-F8378BBE68C5}" dt="2026-10-12T22:16:42.564" v="3884" actId="21"/>
          <ac:spMkLst>
            <pc:docMk/>
            <pc:sldMk cId="1125605859" sldId="294"/>
            <ac:spMk id="4" creationId="{AEB9177E-15A5-F010-21C3-22BC247579FF}"/>
          </ac:spMkLst>
        </pc:spChg>
        <pc:picChg chg="add mod">
          <ac:chgData name="Michael Niehaus" userId="b6c278dd29e7d5bb" providerId="LiveId" clId="{3ECD899E-FC11-5A89-BB57-F8378BBE68C5}" dt="2026-10-12T22:16:58.189" v="3892" actId="1076"/>
          <ac:picMkLst>
            <pc:docMk/>
            <pc:sldMk cId="1125605859" sldId="294"/>
            <ac:picMk id="5" creationId="{BCC14AFD-714C-E9CC-7CBD-3A9587BF16AC}"/>
          </ac:picMkLst>
        </pc:picChg>
      </pc:sldChg>
      <pc:sldChg chg="modSp add del mod">
        <pc:chgData name="Michael Niehaus" userId="b6c278dd29e7d5bb" providerId="LiveId" clId="{3ECD899E-FC11-5A89-BB57-F8378BBE68C5}" dt="2026-10-12T08:35:10.228" v="2960" actId="2696"/>
        <pc:sldMkLst>
          <pc:docMk/>
          <pc:sldMk cId="931777678" sldId="295"/>
        </pc:sldMkLst>
        <pc:spChg chg="mod">
          <ac:chgData name="Michael Niehaus" userId="b6c278dd29e7d5bb" providerId="LiveId" clId="{3ECD899E-FC11-5A89-BB57-F8378BBE68C5}" dt="2026-10-12T08:16:28.748" v="1881" actId="20577"/>
          <ac:spMkLst>
            <pc:docMk/>
            <pc:sldMk cId="931777678" sldId="295"/>
            <ac:spMk id="2" creationId="{FFD26D76-3207-28D1-F405-430168078943}"/>
          </ac:spMkLst>
        </pc:spChg>
        <pc:spChg chg="mod">
          <ac:chgData name="Michael Niehaus" userId="b6c278dd29e7d5bb" providerId="LiveId" clId="{3ECD899E-FC11-5A89-BB57-F8378BBE68C5}" dt="2026-10-12T08:16:38.593" v="1892" actId="313"/>
          <ac:spMkLst>
            <pc:docMk/>
            <pc:sldMk cId="931777678" sldId="295"/>
            <ac:spMk id="3" creationId="{AA9F46D6-6127-2B2D-E12B-35ADA5AF2D52}"/>
          </ac:spMkLst>
        </pc:spChg>
      </pc:sldChg>
      <pc:sldChg chg="addSp modSp new mod">
        <pc:chgData name="Michael Niehaus" userId="b6c278dd29e7d5bb" providerId="LiveId" clId="{3ECD899E-FC11-5A89-BB57-F8378BBE68C5}" dt="2026-10-12T22:21:33.355" v="3897" actId="1076"/>
        <pc:sldMkLst>
          <pc:docMk/>
          <pc:sldMk cId="808631312" sldId="296"/>
        </pc:sldMkLst>
        <pc:spChg chg="mod">
          <ac:chgData name="Michael Niehaus" userId="b6c278dd29e7d5bb" providerId="LiveId" clId="{3ECD899E-FC11-5A89-BB57-F8378BBE68C5}" dt="2026-10-12T08:17:07.973" v="1948" actId="20577"/>
          <ac:spMkLst>
            <pc:docMk/>
            <pc:sldMk cId="808631312" sldId="296"/>
            <ac:spMk id="2" creationId="{F7561063-11C1-F4D5-1268-2E103BF265D2}"/>
          </ac:spMkLst>
        </pc:spChg>
        <pc:spChg chg="mod">
          <ac:chgData name="Michael Niehaus" userId="b6c278dd29e7d5bb" providerId="LiveId" clId="{3ECD899E-FC11-5A89-BB57-F8378BBE68C5}" dt="2026-10-12T08:18:45.559" v="2138" actId="20577"/>
          <ac:spMkLst>
            <pc:docMk/>
            <pc:sldMk cId="808631312" sldId="296"/>
            <ac:spMk id="3" creationId="{8B3B236A-7362-F14C-B931-CF4B45D820DE}"/>
          </ac:spMkLst>
        </pc:spChg>
        <pc:picChg chg="add mod modCrop">
          <ac:chgData name="Michael Niehaus" userId="b6c278dd29e7d5bb" providerId="LiveId" clId="{3ECD899E-FC11-5A89-BB57-F8378BBE68C5}" dt="2026-10-12T22:21:33.355" v="3897" actId="1076"/>
          <ac:picMkLst>
            <pc:docMk/>
            <pc:sldMk cId="808631312" sldId="296"/>
            <ac:picMk id="5" creationId="{311B74DF-3FC4-6E42-E576-8D2DB79D99B4}"/>
          </ac:picMkLst>
        </pc:picChg>
      </pc:sldChg>
      <pc:sldChg chg="addSp modSp new mod">
        <pc:chgData name="Michael Niehaus" userId="b6c278dd29e7d5bb" providerId="LiveId" clId="{3ECD899E-FC11-5A89-BB57-F8378BBE68C5}" dt="2026-10-12T21:20:14.211" v="3644" actId="1076"/>
        <pc:sldMkLst>
          <pc:docMk/>
          <pc:sldMk cId="1532012966" sldId="297"/>
        </pc:sldMkLst>
        <pc:spChg chg="mod">
          <ac:chgData name="Michael Niehaus" userId="b6c278dd29e7d5bb" providerId="LiveId" clId="{3ECD899E-FC11-5A89-BB57-F8378BBE68C5}" dt="2026-10-12T08:19:21.887" v="2176" actId="20577"/>
          <ac:spMkLst>
            <pc:docMk/>
            <pc:sldMk cId="1532012966" sldId="297"/>
            <ac:spMk id="2" creationId="{1DDA6F15-2D06-6856-644D-B3AEF508FEE8}"/>
          </ac:spMkLst>
        </pc:spChg>
        <pc:spChg chg="mod">
          <ac:chgData name="Michael Niehaus" userId="b6c278dd29e7d5bb" providerId="LiveId" clId="{3ECD899E-FC11-5A89-BB57-F8378BBE68C5}" dt="2026-10-12T08:22:13.448" v="2372" actId="20577"/>
          <ac:spMkLst>
            <pc:docMk/>
            <pc:sldMk cId="1532012966" sldId="297"/>
            <ac:spMk id="3" creationId="{3E387F27-3AB7-E1D0-6228-F9D45DCE3C00}"/>
          </ac:spMkLst>
        </pc:spChg>
        <pc:picChg chg="add mod">
          <ac:chgData name="Michael Niehaus" userId="b6c278dd29e7d5bb" providerId="LiveId" clId="{3ECD899E-FC11-5A89-BB57-F8378BBE68C5}" dt="2026-10-12T21:20:14.211" v="3644" actId="1076"/>
          <ac:picMkLst>
            <pc:docMk/>
            <pc:sldMk cId="1532012966" sldId="297"/>
            <ac:picMk id="5" creationId="{848C0508-9CF6-B9E6-8006-24E1DEE4D539}"/>
          </ac:picMkLst>
        </pc:picChg>
      </pc:sldChg>
      <pc:sldChg chg="addSp modSp new mod">
        <pc:chgData name="Michael Niehaus" userId="b6c278dd29e7d5bb" providerId="LiveId" clId="{3ECD899E-FC11-5A89-BB57-F8378BBE68C5}" dt="2026-10-12T21:23:16.874" v="3708" actId="1076"/>
        <pc:sldMkLst>
          <pc:docMk/>
          <pc:sldMk cId="2655126671" sldId="298"/>
        </pc:sldMkLst>
        <pc:spChg chg="mod">
          <ac:chgData name="Michael Niehaus" userId="b6c278dd29e7d5bb" providerId="LiveId" clId="{3ECD899E-FC11-5A89-BB57-F8378BBE68C5}" dt="2026-10-12T08:22:54.905" v="2428" actId="20577"/>
          <ac:spMkLst>
            <pc:docMk/>
            <pc:sldMk cId="2655126671" sldId="298"/>
            <ac:spMk id="2" creationId="{03251208-2CD4-4895-E539-AD4CEDDBB106}"/>
          </ac:spMkLst>
        </pc:spChg>
        <pc:spChg chg="mod">
          <ac:chgData name="Michael Niehaus" userId="b6c278dd29e7d5bb" providerId="LiveId" clId="{3ECD899E-FC11-5A89-BB57-F8378BBE68C5}" dt="2026-10-12T21:21:34.696" v="3705" actId="20577"/>
          <ac:spMkLst>
            <pc:docMk/>
            <pc:sldMk cId="2655126671" sldId="298"/>
            <ac:spMk id="3" creationId="{A4B590BD-62C8-7D6B-E384-B6C373757C7F}"/>
          </ac:spMkLst>
        </pc:spChg>
        <pc:picChg chg="add mod">
          <ac:chgData name="Michael Niehaus" userId="b6c278dd29e7d5bb" providerId="LiveId" clId="{3ECD899E-FC11-5A89-BB57-F8378BBE68C5}" dt="2026-10-12T21:23:16.874" v="3708" actId="1076"/>
          <ac:picMkLst>
            <pc:docMk/>
            <pc:sldMk cId="2655126671" sldId="298"/>
            <ac:picMk id="5" creationId="{62F1037A-55A1-6A13-D536-40709400A24E}"/>
          </ac:picMkLst>
        </pc:picChg>
      </pc:sldChg>
      <pc:sldChg chg="addSp modSp new mod">
        <pc:chgData name="Michael Niehaus" userId="b6c278dd29e7d5bb" providerId="LiveId" clId="{3ECD899E-FC11-5A89-BB57-F8378BBE68C5}" dt="2026-10-12T22:07:10.748" v="3877" actId="14100"/>
        <pc:sldMkLst>
          <pc:docMk/>
          <pc:sldMk cId="1043850357" sldId="299"/>
        </pc:sldMkLst>
        <pc:spChg chg="mod">
          <ac:chgData name="Michael Niehaus" userId="b6c278dd29e7d5bb" providerId="LiveId" clId="{3ECD899E-FC11-5A89-BB57-F8378BBE68C5}" dt="2026-10-12T08:27:11.785" v="2812" actId="20577"/>
          <ac:spMkLst>
            <pc:docMk/>
            <pc:sldMk cId="1043850357" sldId="299"/>
            <ac:spMk id="2" creationId="{8BCAAAC5-B74E-FFC2-8A5A-CCF0F1F17339}"/>
          </ac:spMkLst>
        </pc:spChg>
        <pc:spChg chg="mod">
          <ac:chgData name="Michael Niehaus" userId="b6c278dd29e7d5bb" providerId="LiveId" clId="{3ECD899E-FC11-5A89-BB57-F8378BBE68C5}" dt="2026-10-12T08:32:17.904" v="2947" actId="20577"/>
          <ac:spMkLst>
            <pc:docMk/>
            <pc:sldMk cId="1043850357" sldId="299"/>
            <ac:spMk id="3" creationId="{297D4C7C-5817-9153-4A60-90D5041B56D2}"/>
          </ac:spMkLst>
        </pc:spChg>
        <pc:picChg chg="add mod">
          <ac:chgData name="Michael Niehaus" userId="b6c278dd29e7d5bb" providerId="LiveId" clId="{3ECD899E-FC11-5A89-BB57-F8378BBE68C5}" dt="2026-10-12T22:07:10.748" v="3877" actId="14100"/>
          <ac:picMkLst>
            <pc:docMk/>
            <pc:sldMk cId="1043850357" sldId="299"/>
            <ac:picMk id="5" creationId="{649AC1B3-9CD6-7FA8-8F76-F87E93048FA6}"/>
          </ac:picMkLst>
        </pc:picChg>
      </pc:sldChg>
      <pc:sldChg chg="addSp modSp new mod">
        <pc:chgData name="Michael Niehaus" userId="b6c278dd29e7d5bb" providerId="LiveId" clId="{3ECD899E-FC11-5A89-BB57-F8378BBE68C5}" dt="2026-10-12T21:46:32.930" v="3825" actId="1076"/>
        <pc:sldMkLst>
          <pc:docMk/>
          <pc:sldMk cId="4279591059" sldId="300"/>
        </pc:sldMkLst>
        <pc:spChg chg="mod">
          <ac:chgData name="Michael Niehaus" userId="b6c278dd29e7d5bb" providerId="LiveId" clId="{3ECD899E-FC11-5A89-BB57-F8378BBE68C5}" dt="2026-10-12T08:36:58.274" v="3103" actId="20577"/>
          <ac:spMkLst>
            <pc:docMk/>
            <pc:sldMk cId="4279591059" sldId="300"/>
            <ac:spMk id="2" creationId="{0F36E33E-FEFA-E1F1-633C-228496187DC7}"/>
          </ac:spMkLst>
        </pc:spChg>
        <pc:spChg chg="mod">
          <ac:chgData name="Michael Niehaus" userId="b6c278dd29e7d5bb" providerId="LiveId" clId="{3ECD899E-FC11-5A89-BB57-F8378BBE68C5}" dt="2026-10-12T21:46:09.249" v="3819" actId="21"/>
          <ac:spMkLst>
            <pc:docMk/>
            <pc:sldMk cId="4279591059" sldId="300"/>
            <ac:spMk id="3" creationId="{D12BA82F-B85E-A8BF-BFDA-7CCF62062EC5}"/>
          </ac:spMkLst>
        </pc:spChg>
        <pc:spChg chg="mod">
          <ac:chgData name="Michael Niehaus" userId="b6c278dd29e7d5bb" providerId="LiveId" clId="{3ECD899E-FC11-5A89-BB57-F8378BBE68C5}" dt="2026-10-12T21:46:12.995" v="3822" actId="20577"/>
          <ac:spMkLst>
            <pc:docMk/>
            <pc:sldMk cId="4279591059" sldId="300"/>
            <ac:spMk id="4" creationId="{1CD86ABB-B222-365D-12FB-35DABCCF2FEB}"/>
          </ac:spMkLst>
        </pc:spChg>
        <pc:picChg chg="add mod">
          <ac:chgData name="Michael Niehaus" userId="b6c278dd29e7d5bb" providerId="LiveId" clId="{3ECD899E-FC11-5A89-BB57-F8378BBE68C5}" dt="2026-10-12T21:46:02.918" v="3816"/>
          <ac:picMkLst>
            <pc:docMk/>
            <pc:sldMk cId="4279591059" sldId="300"/>
            <ac:picMk id="5" creationId="{373C97F8-422F-BF4F-0C70-B69E366DF2A4}"/>
          </ac:picMkLst>
        </pc:picChg>
        <pc:picChg chg="add mod">
          <ac:chgData name="Michael Niehaus" userId="b6c278dd29e7d5bb" providerId="LiveId" clId="{3ECD899E-FC11-5A89-BB57-F8378BBE68C5}" dt="2026-10-12T21:46:32.930" v="3825" actId="1076"/>
          <ac:picMkLst>
            <pc:docMk/>
            <pc:sldMk cId="4279591059" sldId="300"/>
            <ac:picMk id="6" creationId="{30F8D292-C160-3AA1-1963-EEC37EEFED64}"/>
          </ac:picMkLst>
        </pc:picChg>
      </pc:sldChg>
      <pc:sldChg chg="addSp delSp modSp new mod delAnim modAnim">
        <pc:chgData name="Michael Niehaus" userId="b6c278dd29e7d5bb" providerId="LiveId" clId="{3ECD899E-FC11-5A89-BB57-F8378BBE68C5}" dt="2026-10-12T21:18:44.672" v="3641"/>
        <pc:sldMkLst>
          <pc:docMk/>
          <pc:sldMk cId="704872029" sldId="301"/>
        </pc:sldMkLst>
        <pc:spChg chg="mod">
          <ac:chgData name="Michael Niehaus" userId="b6c278dd29e7d5bb" providerId="LiveId" clId="{3ECD899E-FC11-5A89-BB57-F8378BBE68C5}" dt="2026-10-12T19:40:27.818" v="3449" actId="20577"/>
          <ac:spMkLst>
            <pc:docMk/>
            <pc:sldMk cId="704872029" sldId="301"/>
            <ac:spMk id="2" creationId="{6ECAA06E-53C9-6746-617B-6BB223C1241E}"/>
          </ac:spMkLst>
        </pc:spChg>
        <pc:picChg chg="add mod">
          <ac:chgData name="Michael Niehaus" userId="b6c278dd29e7d5bb" providerId="LiveId" clId="{3ECD899E-FC11-5A89-BB57-F8378BBE68C5}" dt="2026-10-12T20:02:53.270" v="3454" actId="1076"/>
          <ac:picMkLst>
            <pc:docMk/>
            <pc:sldMk cId="704872029" sldId="301"/>
            <ac:picMk id="5" creationId="{1B0D8031-1542-5863-56CF-AE1E4C294D6D}"/>
          </ac:picMkLst>
        </pc:picChg>
        <pc:picChg chg="add del mod">
          <ac:chgData name="Michael Niehaus" userId="b6c278dd29e7d5bb" providerId="LiveId" clId="{3ECD899E-FC11-5A89-BB57-F8378BBE68C5}" dt="2026-10-12T21:16:35.103" v="3636" actId="478"/>
          <ac:picMkLst>
            <pc:docMk/>
            <pc:sldMk cId="704872029" sldId="301"/>
            <ac:picMk id="6" creationId="{5F09847E-6F33-4A1E-E97A-ABFAEA3134AB}"/>
          </ac:picMkLst>
        </pc:picChg>
        <pc:picChg chg="add mod">
          <ac:chgData name="Michael Niehaus" userId="b6c278dd29e7d5bb" providerId="LiveId" clId="{3ECD899E-FC11-5A89-BB57-F8378BBE68C5}" dt="2026-10-12T21:18:35.044" v="3640" actId="14100"/>
          <ac:picMkLst>
            <pc:docMk/>
            <pc:sldMk cId="704872029" sldId="301"/>
            <ac:picMk id="7" creationId="{E232D186-D856-E744-69D4-495EAB507F80}"/>
          </ac:picMkLst>
        </pc:picChg>
      </pc:sldChg>
      <pc:sldChg chg="addSp modSp new mod modAnim">
        <pc:chgData name="Michael Niehaus" userId="b6c278dd29e7d5bb" providerId="LiveId" clId="{3ECD899E-FC11-5A89-BB57-F8378BBE68C5}" dt="2026-10-12T21:32:30.306" v="3731"/>
        <pc:sldMkLst>
          <pc:docMk/>
          <pc:sldMk cId="4267802501" sldId="302"/>
        </pc:sldMkLst>
        <pc:spChg chg="mod">
          <ac:chgData name="Michael Niehaus" userId="b6c278dd29e7d5bb" providerId="LiveId" clId="{3ECD899E-FC11-5A89-BB57-F8378BBE68C5}" dt="2026-10-12T20:20:13.294" v="3476" actId="20577"/>
          <ac:spMkLst>
            <pc:docMk/>
            <pc:sldMk cId="4267802501" sldId="302"/>
            <ac:spMk id="2" creationId="{C5EDD601-49F5-30B0-DEB0-D2FFB0263181}"/>
          </ac:spMkLst>
        </pc:spChg>
        <pc:spChg chg="mod">
          <ac:chgData name="Michael Niehaus" userId="b6c278dd29e7d5bb" providerId="LiveId" clId="{3ECD899E-FC11-5A89-BB57-F8378BBE68C5}" dt="2026-10-12T21:32:08.247" v="3727" actId="20577"/>
          <ac:spMkLst>
            <pc:docMk/>
            <pc:sldMk cId="4267802501" sldId="302"/>
            <ac:spMk id="4" creationId="{BF46059D-3F3B-E0E3-9E58-CE363FF0475F}"/>
          </ac:spMkLst>
        </pc:spChg>
        <pc:picChg chg="add mod">
          <ac:chgData name="Michael Niehaus" userId="b6c278dd29e7d5bb" providerId="LiveId" clId="{3ECD899E-FC11-5A89-BB57-F8378BBE68C5}" dt="2026-10-12T20:20:30.246" v="3480" actId="14100"/>
          <ac:picMkLst>
            <pc:docMk/>
            <pc:sldMk cId="4267802501" sldId="302"/>
            <ac:picMk id="5" creationId="{CC4AB73C-3A00-251E-BD84-C5B4D3E49118}"/>
          </ac:picMkLst>
        </pc:picChg>
        <pc:picChg chg="add mod">
          <ac:chgData name="Michael Niehaus" userId="b6c278dd29e7d5bb" providerId="LiveId" clId="{3ECD899E-FC11-5A89-BB57-F8378BBE68C5}" dt="2026-10-12T21:32:17.997" v="3730" actId="1076"/>
          <ac:picMkLst>
            <pc:docMk/>
            <pc:sldMk cId="4267802501" sldId="302"/>
            <ac:picMk id="6" creationId="{93CE04C9-B171-CC37-F701-416F544AE346}"/>
          </ac:picMkLst>
        </pc:picChg>
      </pc:sldChg>
      <pc:sldChg chg="addSp modSp new mod modAnim">
        <pc:chgData name="Michael Niehaus" userId="b6c278dd29e7d5bb" providerId="LiveId" clId="{3ECD899E-FC11-5A89-BB57-F8378BBE68C5}" dt="2026-10-12T21:55:55.236" v="3873" actId="166"/>
        <pc:sldMkLst>
          <pc:docMk/>
          <pc:sldMk cId="2021377848" sldId="303"/>
        </pc:sldMkLst>
        <pc:spChg chg="mod">
          <ac:chgData name="Michael Niehaus" userId="b6c278dd29e7d5bb" providerId="LiveId" clId="{3ECD899E-FC11-5A89-BB57-F8378BBE68C5}" dt="2026-10-12T20:37:18.198" v="3487" actId="20577"/>
          <ac:spMkLst>
            <pc:docMk/>
            <pc:sldMk cId="2021377848" sldId="303"/>
            <ac:spMk id="2" creationId="{F8EA1ED8-7F77-4E33-036F-81870C1191F1}"/>
          </ac:spMkLst>
        </pc:spChg>
        <pc:spChg chg="mod">
          <ac:chgData name="Michael Niehaus" userId="b6c278dd29e7d5bb" providerId="LiveId" clId="{3ECD899E-FC11-5A89-BB57-F8378BBE68C5}" dt="2026-10-12T21:54:32.332" v="3863"/>
          <ac:spMkLst>
            <pc:docMk/>
            <pc:sldMk cId="2021377848" sldId="303"/>
            <ac:spMk id="3" creationId="{51F177AF-94FD-F3C0-793B-28FF47F90928}"/>
          </ac:spMkLst>
        </pc:spChg>
        <pc:spChg chg="mod">
          <ac:chgData name="Michael Niehaus" userId="b6c278dd29e7d5bb" providerId="LiveId" clId="{3ECD899E-FC11-5A89-BB57-F8378BBE68C5}" dt="2026-10-12T21:54:30.019" v="3862" actId="21"/>
          <ac:spMkLst>
            <pc:docMk/>
            <pc:sldMk cId="2021377848" sldId="303"/>
            <ac:spMk id="4" creationId="{56462F37-3764-E7DD-AE35-233911A0FA1F}"/>
          </ac:spMkLst>
        </pc:spChg>
        <pc:picChg chg="add mod">
          <ac:chgData name="Michael Niehaus" userId="b6c278dd29e7d5bb" providerId="LiveId" clId="{3ECD899E-FC11-5A89-BB57-F8378BBE68C5}" dt="2026-10-12T21:55:55.236" v="3873" actId="166"/>
          <ac:picMkLst>
            <pc:docMk/>
            <pc:sldMk cId="2021377848" sldId="303"/>
            <ac:picMk id="5" creationId="{F8CA66C5-5180-2CA5-7A5D-AE45DFF161B8}"/>
          </ac:picMkLst>
        </pc:picChg>
        <pc:picChg chg="add mod">
          <ac:chgData name="Michael Niehaus" userId="b6c278dd29e7d5bb" providerId="LiveId" clId="{3ECD899E-FC11-5A89-BB57-F8378BBE68C5}" dt="2026-10-12T21:55:48.203" v="3872" actId="1036"/>
          <ac:picMkLst>
            <pc:docMk/>
            <pc:sldMk cId="2021377848" sldId="303"/>
            <ac:picMk id="6" creationId="{B408684D-292B-F1F5-BFDE-701CF57F0356}"/>
          </ac:picMkLst>
        </pc:picChg>
      </pc:sldChg>
      <pc:sldChg chg="delSp modSp add mod">
        <pc:chgData name="Michael Niehaus" userId="b6c278dd29e7d5bb" providerId="LiveId" clId="{3ECD899E-FC11-5A89-BB57-F8378BBE68C5}" dt="2026-10-12T21:30:51.718" v="3723" actId="14100"/>
        <pc:sldMkLst>
          <pc:docMk/>
          <pc:sldMk cId="732862950" sldId="304"/>
        </pc:sldMkLst>
        <pc:spChg chg="mod">
          <ac:chgData name="Michael Niehaus" userId="b6c278dd29e7d5bb" providerId="LiveId" clId="{3ECD899E-FC11-5A89-BB57-F8378BBE68C5}" dt="2026-10-12T21:30:27.555" v="3720" actId="13926"/>
          <ac:spMkLst>
            <pc:docMk/>
            <pc:sldMk cId="732862950" sldId="304"/>
            <ac:spMk id="3" creationId="{A0584DE3-B4AC-9DD9-A511-E41228BA0973}"/>
          </ac:spMkLst>
        </pc:spChg>
        <pc:picChg chg="del">
          <ac:chgData name="Michael Niehaus" userId="b6c278dd29e7d5bb" providerId="LiveId" clId="{3ECD899E-FC11-5A89-BB57-F8378BBE68C5}" dt="2026-10-12T21:30:21.028" v="3719" actId="478"/>
          <ac:picMkLst>
            <pc:docMk/>
            <pc:sldMk cId="732862950" sldId="304"/>
            <ac:picMk id="5" creationId="{5A59C608-4281-BB7C-4E29-9EF113CC8CF0}"/>
          </ac:picMkLst>
        </pc:picChg>
        <pc:picChg chg="mod">
          <ac:chgData name="Michael Niehaus" userId="b6c278dd29e7d5bb" providerId="LiveId" clId="{3ECD899E-FC11-5A89-BB57-F8378BBE68C5}" dt="2026-10-12T21:30:51.718" v="3723" actId="14100"/>
          <ac:picMkLst>
            <pc:docMk/>
            <pc:sldMk cId="732862950" sldId="304"/>
            <ac:picMk id="6" creationId="{407A1C7A-9DB0-F1F8-1E1D-669422F85606}"/>
          </ac:picMkLst>
        </pc:picChg>
      </pc:sldChg>
      <pc:sldChg chg="addSp delSp modSp new mod modClrScheme chgLayout">
        <pc:chgData name="Michael Niehaus" userId="b6c278dd29e7d5bb" providerId="LiveId" clId="{3ECD899E-FC11-5A89-BB57-F8378BBE68C5}" dt="2026-10-13T08:11:27.499" v="3981" actId="700"/>
        <pc:sldMkLst>
          <pc:docMk/>
          <pc:sldMk cId="768876966" sldId="305"/>
        </pc:sldMkLst>
        <pc:spChg chg="mod ord">
          <ac:chgData name="Michael Niehaus" userId="b6c278dd29e7d5bb" providerId="LiveId" clId="{3ECD899E-FC11-5A89-BB57-F8378BBE68C5}" dt="2026-10-13T08:11:27.499" v="3981" actId="700"/>
          <ac:spMkLst>
            <pc:docMk/>
            <pc:sldMk cId="768876966" sldId="305"/>
            <ac:spMk id="2" creationId="{83123CA2-3B17-FE61-2CA2-C8B57DA6EDAB}"/>
          </ac:spMkLst>
        </pc:spChg>
        <pc:spChg chg="del mod ord">
          <ac:chgData name="Michael Niehaus" userId="b6c278dd29e7d5bb" providerId="LiveId" clId="{3ECD899E-FC11-5A89-BB57-F8378BBE68C5}" dt="2026-10-13T08:11:27.499" v="3981" actId="700"/>
          <ac:spMkLst>
            <pc:docMk/>
            <pc:sldMk cId="768876966" sldId="305"/>
            <ac:spMk id="3" creationId="{41F040E9-A376-B784-B0B7-293C39341FDF}"/>
          </ac:spMkLst>
        </pc:spChg>
        <pc:spChg chg="del">
          <ac:chgData name="Michael Niehaus" userId="b6c278dd29e7d5bb" providerId="LiveId" clId="{3ECD899E-FC11-5A89-BB57-F8378BBE68C5}" dt="2026-10-13T08:11:27.499" v="3981" actId="700"/>
          <ac:spMkLst>
            <pc:docMk/>
            <pc:sldMk cId="768876966" sldId="305"/>
            <ac:spMk id="4" creationId="{7F3B11D0-4128-1EAC-CBB3-E7B78186331C}"/>
          </ac:spMkLst>
        </pc:spChg>
        <pc:spChg chg="add mod ord">
          <ac:chgData name="Michael Niehaus" userId="b6c278dd29e7d5bb" providerId="LiveId" clId="{3ECD899E-FC11-5A89-BB57-F8378BBE68C5}" dt="2026-10-13T08:11:27.499" v="3981" actId="700"/>
          <ac:spMkLst>
            <pc:docMk/>
            <pc:sldMk cId="768876966" sldId="305"/>
            <ac:spMk id="5" creationId="{36596B75-541F-791E-22FA-79ADE957600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DCCFEA-15AA-1E4D-B5CE-CA0DFB40A2BF}" type="doc">
      <dgm:prSet loTypeId="urn:microsoft.com/office/officeart/2005/8/layout/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B3CCC5-0DF4-2D4F-B1D5-E4326FC7955C}">
      <dgm:prSet phldrT="[Text]"/>
      <dgm:spPr/>
      <dgm:t>
        <a:bodyPr/>
        <a:lstStyle/>
        <a:p>
          <a:r>
            <a:rPr lang="en-US" dirty="0"/>
            <a:t>Deploy</a:t>
          </a:r>
        </a:p>
      </dgm:t>
    </dgm:pt>
    <dgm:pt modelId="{321718FD-9427-5249-9AAE-4B23561C342B}" type="parTrans" cxnId="{021583A7-61F5-EC4D-8866-BC9E82F6AE7E}">
      <dgm:prSet/>
      <dgm:spPr/>
      <dgm:t>
        <a:bodyPr/>
        <a:lstStyle/>
        <a:p>
          <a:endParaRPr lang="en-US"/>
        </a:p>
      </dgm:t>
    </dgm:pt>
    <dgm:pt modelId="{CBEBBB9D-167A-9D42-A7BA-2AF9BCAE6ACD}" type="sibTrans" cxnId="{021583A7-61F5-EC4D-8866-BC9E82F6AE7E}">
      <dgm:prSet/>
      <dgm:spPr/>
      <dgm:t>
        <a:bodyPr/>
        <a:lstStyle/>
        <a:p>
          <a:endParaRPr lang="en-US"/>
        </a:p>
      </dgm:t>
    </dgm:pt>
    <dgm:pt modelId="{8ACEA271-3A91-544A-A3B5-B0A84503A1B8}">
      <dgm:prSet phldrT="[Text]"/>
      <dgm:spPr/>
      <dgm:t>
        <a:bodyPr/>
        <a:lstStyle/>
        <a:p>
          <a:r>
            <a:rPr lang="en-US" dirty="0"/>
            <a:t>OS install</a:t>
          </a:r>
        </a:p>
      </dgm:t>
    </dgm:pt>
    <dgm:pt modelId="{9545471E-620D-3E44-B21A-5B697D4C2B55}" type="parTrans" cxnId="{C4F4782E-0B10-2342-9099-085574EA3493}">
      <dgm:prSet/>
      <dgm:spPr/>
      <dgm:t>
        <a:bodyPr/>
        <a:lstStyle/>
        <a:p>
          <a:endParaRPr lang="en-US"/>
        </a:p>
      </dgm:t>
    </dgm:pt>
    <dgm:pt modelId="{AC518352-95C5-D94F-BD59-B07076EB0751}" type="sibTrans" cxnId="{C4F4782E-0B10-2342-9099-085574EA3493}">
      <dgm:prSet/>
      <dgm:spPr/>
      <dgm:t>
        <a:bodyPr/>
        <a:lstStyle/>
        <a:p>
          <a:endParaRPr lang="en-US"/>
        </a:p>
      </dgm:t>
    </dgm:pt>
    <dgm:pt modelId="{57D7FBC3-ACE0-A049-9144-0C277FC4F1D7}">
      <dgm:prSet phldrT="[Text]"/>
      <dgm:spPr/>
      <dgm:t>
        <a:bodyPr/>
        <a:lstStyle/>
        <a:p>
          <a:r>
            <a:rPr lang="en-US" dirty="0"/>
            <a:t>Manage</a:t>
          </a:r>
        </a:p>
      </dgm:t>
    </dgm:pt>
    <dgm:pt modelId="{AE119321-8D38-4E4D-B37D-09BC343F9BD4}" type="parTrans" cxnId="{61707454-FDCC-FE42-8944-D71CFC3351F6}">
      <dgm:prSet/>
      <dgm:spPr/>
      <dgm:t>
        <a:bodyPr/>
        <a:lstStyle/>
        <a:p>
          <a:endParaRPr lang="en-US"/>
        </a:p>
      </dgm:t>
    </dgm:pt>
    <dgm:pt modelId="{D6782510-C5ED-DD40-AC05-6B84B200BB3D}" type="sibTrans" cxnId="{61707454-FDCC-FE42-8944-D71CFC3351F6}">
      <dgm:prSet/>
      <dgm:spPr/>
      <dgm:t>
        <a:bodyPr/>
        <a:lstStyle/>
        <a:p>
          <a:endParaRPr lang="en-US"/>
        </a:p>
      </dgm:t>
    </dgm:pt>
    <dgm:pt modelId="{3BE97B24-6EC4-9349-A8F9-A0C20DC8FC7F}">
      <dgm:prSet phldrT="[Text]"/>
      <dgm:spPr/>
      <dgm:t>
        <a:bodyPr/>
        <a:lstStyle/>
        <a:p>
          <a:r>
            <a:rPr lang="en-US" dirty="0"/>
            <a:t>Configuration</a:t>
          </a:r>
        </a:p>
      </dgm:t>
    </dgm:pt>
    <dgm:pt modelId="{8C04B896-362B-7348-8899-FAA8D773DC3B}" type="parTrans" cxnId="{D3A51AC7-6013-E04F-8A39-D7C5BCDCBA00}">
      <dgm:prSet/>
      <dgm:spPr/>
      <dgm:t>
        <a:bodyPr/>
        <a:lstStyle/>
        <a:p>
          <a:endParaRPr lang="en-US"/>
        </a:p>
      </dgm:t>
    </dgm:pt>
    <dgm:pt modelId="{9159737D-0F58-2842-B5DB-8D8F473CD31F}" type="sibTrans" cxnId="{D3A51AC7-6013-E04F-8A39-D7C5BCDCBA00}">
      <dgm:prSet/>
      <dgm:spPr/>
      <dgm:t>
        <a:bodyPr/>
        <a:lstStyle/>
        <a:p>
          <a:endParaRPr lang="en-US"/>
        </a:p>
      </dgm:t>
    </dgm:pt>
    <dgm:pt modelId="{647D7046-FB54-CB4E-A09D-127663FC2869}">
      <dgm:prSet phldrT="[Text]"/>
      <dgm:spPr/>
      <dgm:t>
        <a:bodyPr/>
        <a:lstStyle/>
        <a:p>
          <a:r>
            <a:rPr lang="en-US" dirty="0"/>
            <a:t>Repurpose/Dispose</a:t>
          </a:r>
        </a:p>
      </dgm:t>
    </dgm:pt>
    <dgm:pt modelId="{D11BD032-2084-DA46-8DE8-B70BC04E6A74}" type="parTrans" cxnId="{43712B03-9F06-444B-8AD9-17209CADDBC3}">
      <dgm:prSet/>
      <dgm:spPr/>
      <dgm:t>
        <a:bodyPr/>
        <a:lstStyle/>
        <a:p>
          <a:endParaRPr lang="en-US"/>
        </a:p>
      </dgm:t>
    </dgm:pt>
    <dgm:pt modelId="{4313E394-A0DF-6144-8E58-05EB0DFFAFEB}" type="sibTrans" cxnId="{43712B03-9F06-444B-8AD9-17209CADDBC3}">
      <dgm:prSet/>
      <dgm:spPr/>
      <dgm:t>
        <a:bodyPr/>
        <a:lstStyle/>
        <a:p>
          <a:endParaRPr lang="en-US"/>
        </a:p>
      </dgm:t>
    </dgm:pt>
    <dgm:pt modelId="{6D0F803C-46CD-6D4D-98F3-C25B8EA7EF74}">
      <dgm:prSet phldrT="[Text]"/>
      <dgm:spPr/>
      <dgm:t>
        <a:bodyPr/>
        <a:lstStyle/>
        <a:p>
          <a:r>
            <a:rPr lang="en-US" dirty="0"/>
            <a:t>Erase</a:t>
          </a:r>
        </a:p>
      </dgm:t>
    </dgm:pt>
    <dgm:pt modelId="{3837B2B9-727B-9B42-9CD3-E548F0FCA0C8}" type="parTrans" cxnId="{B3D1B64A-B637-FF49-9D2E-FC28CE959514}">
      <dgm:prSet/>
      <dgm:spPr/>
      <dgm:t>
        <a:bodyPr/>
        <a:lstStyle/>
        <a:p>
          <a:endParaRPr lang="en-US"/>
        </a:p>
      </dgm:t>
    </dgm:pt>
    <dgm:pt modelId="{C2255B25-B072-1641-AFDD-93E10593CCB3}" type="sibTrans" cxnId="{B3D1B64A-B637-FF49-9D2E-FC28CE959514}">
      <dgm:prSet/>
      <dgm:spPr/>
      <dgm:t>
        <a:bodyPr/>
        <a:lstStyle/>
        <a:p>
          <a:endParaRPr lang="en-US"/>
        </a:p>
      </dgm:t>
    </dgm:pt>
    <dgm:pt modelId="{27200363-0C93-C54E-9C47-7EAF41859EA8}">
      <dgm:prSet phldrT="[Text]"/>
      <dgm:spPr/>
      <dgm:t>
        <a:bodyPr/>
        <a:lstStyle/>
        <a:p>
          <a:r>
            <a:rPr lang="en-US" dirty="0"/>
            <a:t>OS provisioning/configuration</a:t>
          </a:r>
        </a:p>
      </dgm:t>
    </dgm:pt>
    <dgm:pt modelId="{4527493D-C162-154F-97A4-D3133F10E52D}" type="parTrans" cxnId="{3547578F-7469-4449-B658-FEB7FC09D7E8}">
      <dgm:prSet/>
      <dgm:spPr/>
      <dgm:t>
        <a:bodyPr/>
        <a:lstStyle/>
        <a:p>
          <a:endParaRPr lang="en-US"/>
        </a:p>
      </dgm:t>
    </dgm:pt>
    <dgm:pt modelId="{4C7373D7-4EDF-8443-A641-630A6C11DC1C}" type="sibTrans" cxnId="{3547578F-7469-4449-B658-FEB7FC09D7E8}">
      <dgm:prSet/>
      <dgm:spPr/>
      <dgm:t>
        <a:bodyPr/>
        <a:lstStyle/>
        <a:p>
          <a:endParaRPr lang="en-US"/>
        </a:p>
      </dgm:t>
    </dgm:pt>
    <dgm:pt modelId="{513B5F79-A26B-CD4E-809D-8B852D84F910}">
      <dgm:prSet phldrT="[Text]"/>
      <dgm:spPr/>
      <dgm:t>
        <a:bodyPr/>
        <a:lstStyle/>
        <a:p>
          <a:r>
            <a:rPr lang="en-US" dirty="0"/>
            <a:t>Control</a:t>
          </a:r>
        </a:p>
      </dgm:t>
    </dgm:pt>
    <dgm:pt modelId="{C5401357-AB2D-7C4E-BD55-FBDEA428F59C}" type="parTrans" cxnId="{74CA2290-332A-2C42-9458-8D4BCDB85AD7}">
      <dgm:prSet/>
      <dgm:spPr/>
      <dgm:t>
        <a:bodyPr/>
        <a:lstStyle/>
        <a:p>
          <a:endParaRPr lang="en-US"/>
        </a:p>
      </dgm:t>
    </dgm:pt>
    <dgm:pt modelId="{743F6CCA-E2EE-354E-9DF3-55B1FE6C4ADE}" type="sibTrans" cxnId="{74CA2290-332A-2C42-9458-8D4BCDB85AD7}">
      <dgm:prSet/>
      <dgm:spPr/>
      <dgm:t>
        <a:bodyPr/>
        <a:lstStyle/>
        <a:p>
          <a:endParaRPr lang="en-US"/>
        </a:p>
      </dgm:t>
    </dgm:pt>
    <dgm:pt modelId="{64892140-31F9-7844-9C42-771BB677F2D0}">
      <dgm:prSet phldrT="[Text]"/>
      <dgm:spPr/>
      <dgm:t>
        <a:bodyPr/>
        <a:lstStyle/>
        <a:p>
          <a:r>
            <a:rPr lang="en-US" dirty="0"/>
            <a:t>Update</a:t>
          </a:r>
        </a:p>
      </dgm:t>
    </dgm:pt>
    <dgm:pt modelId="{B9E79C65-6E82-4641-93CE-3AA212033774}" type="parTrans" cxnId="{BE070EC0-75F6-774E-9846-36513613B4FB}">
      <dgm:prSet/>
      <dgm:spPr/>
      <dgm:t>
        <a:bodyPr/>
        <a:lstStyle/>
        <a:p>
          <a:endParaRPr lang="en-US"/>
        </a:p>
      </dgm:t>
    </dgm:pt>
    <dgm:pt modelId="{5A37F8F8-CE64-C94B-AAC5-69F6D876CFBD}" type="sibTrans" cxnId="{BE070EC0-75F6-774E-9846-36513613B4FB}">
      <dgm:prSet/>
      <dgm:spPr/>
      <dgm:t>
        <a:bodyPr/>
        <a:lstStyle/>
        <a:p>
          <a:endParaRPr lang="en-US"/>
        </a:p>
      </dgm:t>
    </dgm:pt>
    <dgm:pt modelId="{D435E13E-E981-7C45-94C9-334DA195586A}">
      <dgm:prSet phldrT="[Text]"/>
      <dgm:spPr/>
      <dgm:t>
        <a:bodyPr/>
        <a:lstStyle/>
        <a:p>
          <a:r>
            <a:rPr lang="en-US" dirty="0"/>
            <a:t>Install more stuff</a:t>
          </a:r>
        </a:p>
      </dgm:t>
    </dgm:pt>
    <dgm:pt modelId="{DD3260F9-2E8F-534E-BA6C-FB22D456768C}" type="parTrans" cxnId="{7A4AC529-6044-0648-91E4-9DFFEAF51F25}">
      <dgm:prSet/>
      <dgm:spPr/>
      <dgm:t>
        <a:bodyPr/>
        <a:lstStyle/>
        <a:p>
          <a:endParaRPr lang="en-US"/>
        </a:p>
      </dgm:t>
    </dgm:pt>
    <dgm:pt modelId="{C8A2CC5D-F3BE-BB4F-8040-E586AF3471E8}" type="sibTrans" cxnId="{7A4AC529-6044-0648-91E4-9DFFEAF51F25}">
      <dgm:prSet/>
      <dgm:spPr/>
      <dgm:t>
        <a:bodyPr/>
        <a:lstStyle/>
        <a:p>
          <a:endParaRPr lang="en-US"/>
        </a:p>
      </dgm:t>
    </dgm:pt>
    <dgm:pt modelId="{0F4C2B87-CA55-6F4E-BCBD-4EA361135F91}">
      <dgm:prSet phldrT="[Text]"/>
      <dgm:spPr/>
      <dgm:t>
        <a:bodyPr/>
        <a:lstStyle/>
        <a:p>
          <a:r>
            <a:rPr lang="en-US" dirty="0"/>
            <a:t>Reimage</a:t>
          </a:r>
        </a:p>
      </dgm:t>
    </dgm:pt>
    <dgm:pt modelId="{AB350DDB-B056-D940-A850-D14507406370}" type="parTrans" cxnId="{2150C34E-0C1B-8E4F-8FD9-5A059E45E0E1}">
      <dgm:prSet/>
      <dgm:spPr/>
      <dgm:t>
        <a:bodyPr/>
        <a:lstStyle/>
        <a:p>
          <a:endParaRPr lang="en-US"/>
        </a:p>
      </dgm:t>
    </dgm:pt>
    <dgm:pt modelId="{58A4D7E0-CB63-4540-8BFE-766F17718CCB}" type="sibTrans" cxnId="{2150C34E-0C1B-8E4F-8FD9-5A059E45E0E1}">
      <dgm:prSet/>
      <dgm:spPr/>
      <dgm:t>
        <a:bodyPr/>
        <a:lstStyle/>
        <a:p>
          <a:endParaRPr lang="en-US"/>
        </a:p>
      </dgm:t>
    </dgm:pt>
    <dgm:pt modelId="{20F6750D-03CD-9148-AFBA-40A831B931FC}">
      <dgm:prSet phldrT="[Text]"/>
      <dgm:spPr/>
      <dgm:t>
        <a:bodyPr/>
        <a:lstStyle/>
        <a:p>
          <a:r>
            <a:rPr lang="en-US" dirty="0" err="1"/>
            <a:t>Authenication</a:t>
          </a:r>
          <a:endParaRPr lang="en-US" dirty="0"/>
        </a:p>
      </dgm:t>
    </dgm:pt>
    <dgm:pt modelId="{4750950B-3853-C34D-88F1-574702604F01}" type="parTrans" cxnId="{FBFFD98A-D9B0-C848-9ED5-C9C7E599C7A0}">
      <dgm:prSet/>
      <dgm:spPr/>
      <dgm:t>
        <a:bodyPr/>
        <a:lstStyle/>
        <a:p>
          <a:endParaRPr lang="en-US"/>
        </a:p>
      </dgm:t>
    </dgm:pt>
    <dgm:pt modelId="{627A2EA9-8B4C-2B44-B746-FBF2BD6B39C2}" type="sibTrans" cxnId="{FBFFD98A-D9B0-C848-9ED5-C9C7E599C7A0}">
      <dgm:prSet/>
      <dgm:spPr/>
      <dgm:t>
        <a:bodyPr/>
        <a:lstStyle/>
        <a:p>
          <a:endParaRPr lang="en-US"/>
        </a:p>
      </dgm:t>
    </dgm:pt>
    <dgm:pt modelId="{04B582D7-362A-2040-AF97-E92C6CD53C8B}" type="pres">
      <dgm:prSet presAssocID="{1DDCCFEA-15AA-1E4D-B5CE-CA0DFB40A2BF}" presName="linearFlow" presStyleCnt="0">
        <dgm:presLayoutVars>
          <dgm:dir/>
          <dgm:animLvl val="lvl"/>
          <dgm:resizeHandles val="exact"/>
        </dgm:presLayoutVars>
      </dgm:prSet>
      <dgm:spPr/>
    </dgm:pt>
    <dgm:pt modelId="{062A8193-EA66-D241-897C-EFBBACF8E61D}" type="pres">
      <dgm:prSet presAssocID="{C3B3CCC5-0DF4-2D4F-B1D5-E4326FC7955C}" presName="composite" presStyleCnt="0"/>
      <dgm:spPr/>
    </dgm:pt>
    <dgm:pt modelId="{BBD48946-03AC-1141-AE6F-E5694DC9E366}" type="pres">
      <dgm:prSet presAssocID="{C3B3CCC5-0DF4-2D4F-B1D5-E4326FC7955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BCC4A50-A41D-384C-9E06-10B53ED60E37}" type="pres">
      <dgm:prSet presAssocID="{C3B3CCC5-0DF4-2D4F-B1D5-E4326FC7955C}" presName="parSh" presStyleLbl="node1" presStyleIdx="0" presStyleCnt="3"/>
      <dgm:spPr/>
    </dgm:pt>
    <dgm:pt modelId="{9F263C6E-5A4F-014D-9E07-5FB09B6E4705}" type="pres">
      <dgm:prSet presAssocID="{C3B3CCC5-0DF4-2D4F-B1D5-E4326FC7955C}" presName="desTx" presStyleLbl="fgAcc1" presStyleIdx="0" presStyleCnt="3">
        <dgm:presLayoutVars>
          <dgm:bulletEnabled val="1"/>
        </dgm:presLayoutVars>
      </dgm:prSet>
      <dgm:spPr/>
    </dgm:pt>
    <dgm:pt modelId="{0900EDCC-322C-7A4E-A1B8-A1D7910D92C8}" type="pres">
      <dgm:prSet presAssocID="{CBEBBB9D-167A-9D42-A7BA-2AF9BCAE6ACD}" presName="sibTrans" presStyleLbl="sibTrans2D1" presStyleIdx="0" presStyleCnt="2"/>
      <dgm:spPr/>
    </dgm:pt>
    <dgm:pt modelId="{24EED104-C6F9-A343-8307-670A3E0EAB53}" type="pres">
      <dgm:prSet presAssocID="{CBEBBB9D-167A-9D42-A7BA-2AF9BCAE6ACD}" presName="connTx" presStyleLbl="sibTrans2D1" presStyleIdx="0" presStyleCnt="2"/>
      <dgm:spPr/>
    </dgm:pt>
    <dgm:pt modelId="{DC5171A2-487E-2B4F-8606-BBE6C0B26D87}" type="pres">
      <dgm:prSet presAssocID="{57D7FBC3-ACE0-A049-9144-0C277FC4F1D7}" presName="composite" presStyleCnt="0"/>
      <dgm:spPr/>
    </dgm:pt>
    <dgm:pt modelId="{40816627-BD86-C240-8AFB-3755C8F4828D}" type="pres">
      <dgm:prSet presAssocID="{57D7FBC3-ACE0-A049-9144-0C277FC4F1D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750C225-86F4-754A-A4FE-2960381A9BE1}" type="pres">
      <dgm:prSet presAssocID="{57D7FBC3-ACE0-A049-9144-0C277FC4F1D7}" presName="parSh" presStyleLbl="node1" presStyleIdx="1" presStyleCnt="3"/>
      <dgm:spPr/>
    </dgm:pt>
    <dgm:pt modelId="{5F6338B3-3186-D840-901E-883BAC85B312}" type="pres">
      <dgm:prSet presAssocID="{57D7FBC3-ACE0-A049-9144-0C277FC4F1D7}" presName="desTx" presStyleLbl="fgAcc1" presStyleIdx="1" presStyleCnt="3">
        <dgm:presLayoutVars>
          <dgm:bulletEnabled val="1"/>
        </dgm:presLayoutVars>
      </dgm:prSet>
      <dgm:spPr/>
    </dgm:pt>
    <dgm:pt modelId="{1C6F6892-27C8-C146-842C-8644CE35CD0D}" type="pres">
      <dgm:prSet presAssocID="{D6782510-C5ED-DD40-AC05-6B84B200BB3D}" presName="sibTrans" presStyleLbl="sibTrans2D1" presStyleIdx="1" presStyleCnt="2"/>
      <dgm:spPr/>
    </dgm:pt>
    <dgm:pt modelId="{0310463B-51DC-C941-9F1A-D0AB5CEDA953}" type="pres">
      <dgm:prSet presAssocID="{D6782510-C5ED-DD40-AC05-6B84B200BB3D}" presName="connTx" presStyleLbl="sibTrans2D1" presStyleIdx="1" presStyleCnt="2"/>
      <dgm:spPr/>
    </dgm:pt>
    <dgm:pt modelId="{63ADBBBD-9A0B-524C-8EF8-346586D95962}" type="pres">
      <dgm:prSet presAssocID="{647D7046-FB54-CB4E-A09D-127663FC2869}" presName="composite" presStyleCnt="0"/>
      <dgm:spPr/>
    </dgm:pt>
    <dgm:pt modelId="{17431876-8F19-4441-A2B7-0A57F4D8E01B}" type="pres">
      <dgm:prSet presAssocID="{647D7046-FB54-CB4E-A09D-127663FC2869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5AC11BD-D3B7-0042-B359-0AE83C98C3B6}" type="pres">
      <dgm:prSet presAssocID="{647D7046-FB54-CB4E-A09D-127663FC2869}" presName="parSh" presStyleLbl="node1" presStyleIdx="2" presStyleCnt="3"/>
      <dgm:spPr/>
    </dgm:pt>
    <dgm:pt modelId="{0F7D95C0-8072-C449-8950-CCA827E894F6}" type="pres">
      <dgm:prSet presAssocID="{647D7046-FB54-CB4E-A09D-127663FC2869}" presName="desTx" presStyleLbl="fgAcc1" presStyleIdx="2" presStyleCnt="3">
        <dgm:presLayoutVars>
          <dgm:bulletEnabled val="1"/>
        </dgm:presLayoutVars>
      </dgm:prSet>
      <dgm:spPr/>
    </dgm:pt>
  </dgm:ptLst>
  <dgm:cxnLst>
    <dgm:cxn modelId="{43712B03-9F06-444B-8AD9-17209CADDBC3}" srcId="{1DDCCFEA-15AA-1E4D-B5CE-CA0DFB40A2BF}" destId="{647D7046-FB54-CB4E-A09D-127663FC2869}" srcOrd="2" destOrd="0" parTransId="{D11BD032-2084-DA46-8DE8-B70BC04E6A74}" sibTransId="{4313E394-A0DF-6144-8E58-05EB0DFFAFEB}"/>
    <dgm:cxn modelId="{E3C0DC06-43CB-A34D-8430-0B35AEABF4B9}" type="presOf" srcId="{CBEBBB9D-167A-9D42-A7BA-2AF9BCAE6ACD}" destId="{0900EDCC-322C-7A4E-A1B8-A1D7910D92C8}" srcOrd="0" destOrd="0" presId="urn:microsoft.com/office/officeart/2005/8/layout/process3"/>
    <dgm:cxn modelId="{ED3A650F-65F4-C847-94BF-6B170E5AC896}" type="presOf" srcId="{647D7046-FB54-CB4E-A09D-127663FC2869}" destId="{75AC11BD-D3B7-0042-B359-0AE83C98C3B6}" srcOrd="1" destOrd="0" presId="urn:microsoft.com/office/officeart/2005/8/layout/process3"/>
    <dgm:cxn modelId="{8415EB13-54C0-9A47-B7B1-C6C301B2B1CD}" type="presOf" srcId="{3BE97B24-6EC4-9349-A8F9-A0C20DC8FC7F}" destId="{5F6338B3-3186-D840-901E-883BAC85B312}" srcOrd="0" destOrd="1" presId="urn:microsoft.com/office/officeart/2005/8/layout/process3"/>
    <dgm:cxn modelId="{67CF8A1D-2C64-9342-9ACA-AE3DC6BD0EED}" type="presOf" srcId="{C3B3CCC5-0DF4-2D4F-B1D5-E4326FC7955C}" destId="{CBCC4A50-A41D-384C-9E06-10B53ED60E37}" srcOrd="1" destOrd="0" presId="urn:microsoft.com/office/officeart/2005/8/layout/process3"/>
    <dgm:cxn modelId="{7A4AC529-6044-0648-91E4-9DFFEAF51F25}" srcId="{57D7FBC3-ACE0-A049-9144-0C277FC4F1D7}" destId="{D435E13E-E981-7C45-94C9-334DA195586A}" srcOrd="4" destOrd="0" parTransId="{DD3260F9-2E8F-534E-BA6C-FB22D456768C}" sibTransId="{C8A2CC5D-F3BE-BB4F-8040-E586AF3471E8}"/>
    <dgm:cxn modelId="{6E2E1D2A-9444-E14C-90BC-315F983F610F}" type="presOf" srcId="{D6782510-C5ED-DD40-AC05-6B84B200BB3D}" destId="{0310463B-51DC-C941-9F1A-D0AB5CEDA953}" srcOrd="1" destOrd="0" presId="urn:microsoft.com/office/officeart/2005/8/layout/process3"/>
    <dgm:cxn modelId="{C4F4782E-0B10-2342-9099-085574EA3493}" srcId="{C3B3CCC5-0DF4-2D4F-B1D5-E4326FC7955C}" destId="{8ACEA271-3A91-544A-A3B5-B0A84503A1B8}" srcOrd="0" destOrd="0" parTransId="{9545471E-620D-3E44-B21A-5B697D4C2B55}" sibTransId="{AC518352-95C5-D94F-BD59-B07076EB0751}"/>
    <dgm:cxn modelId="{24ED2940-FFF9-6A44-B37E-44754D2424B4}" type="presOf" srcId="{57D7FBC3-ACE0-A049-9144-0C277FC4F1D7}" destId="{40816627-BD86-C240-8AFB-3755C8F4828D}" srcOrd="0" destOrd="0" presId="urn:microsoft.com/office/officeart/2005/8/layout/process3"/>
    <dgm:cxn modelId="{115D5F47-4292-DA40-87F9-1E88C3C1075C}" type="presOf" srcId="{64892140-31F9-7844-9C42-771BB677F2D0}" destId="{5F6338B3-3186-D840-901E-883BAC85B312}" srcOrd="0" destOrd="3" presId="urn:microsoft.com/office/officeart/2005/8/layout/process3"/>
    <dgm:cxn modelId="{B3D1B64A-B637-FF49-9D2E-FC28CE959514}" srcId="{647D7046-FB54-CB4E-A09D-127663FC2869}" destId="{6D0F803C-46CD-6D4D-98F3-C25B8EA7EF74}" srcOrd="0" destOrd="0" parTransId="{3837B2B9-727B-9B42-9CD3-E548F0FCA0C8}" sibTransId="{C2255B25-B072-1641-AFDD-93E10593CCB3}"/>
    <dgm:cxn modelId="{2150C34E-0C1B-8E4F-8FD9-5A059E45E0E1}" srcId="{647D7046-FB54-CB4E-A09D-127663FC2869}" destId="{0F4C2B87-CA55-6F4E-BCBD-4EA361135F91}" srcOrd="1" destOrd="0" parTransId="{AB350DDB-B056-D940-A850-D14507406370}" sibTransId="{58A4D7E0-CB63-4540-8BFE-766F17718CCB}"/>
    <dgm:cxn modelId="{61707454-FDCC-FE42-8944-D71CFC3351F6}" srcId="{1DDCCFEA-15AA-1E4D-B5CE-CA0DFB40A2BF}" destId="{57D7FBC3-ACE0-A049-9144-0C277FC4F1D7}" srcOrd="1" destOrd="0" parTransId="{AE119321-8D38-4E4D-B37D-09BC343F9BD4}" sibTransId="{D6782510-C5ED-DD40-AC05-6B84B200BB3D}"/>
    <dgm:cxn modelId="{F00BF063-750D-4C4A-9465-31ED9FB0F053}" type="presOf" srcId="{8ACEA271-3A91-544A-A3B5-B0A84503A1B8}" destId="{9F263C6E-5A4F-014D-9E07-5FB09B6E4705}" srcOrd="0" destOrd="0" presId="urn:microsoft.com/office/officeart/2005/8/layout/process3"/>
    <dgm:cxn modelId="{AF1C7C79-5847-6F4C-9B90-06AAC36FFC3A}" type="presOf" srcId="{C3B3CCC5-0DF4-2D4F-B1D5-E4326FC7955C}" destId="{BBD48946-03AC-1141-AE6F-E5694DC9E366}" srcOrd="0" destOrd="0" presId="urn:microsoft.com/office/officeart/2005/8/layout/process3"/>
    <dgm:cxn modelId="{15A0BD7C-A217-C245-AF4E-409182EFCCCD}" type="presOf" srcId="{D6782510-C5ED-DD40-AC05-6B84B200BB3D}" destId="{1C6F6892-27C8-C146-842C-8644CE35CD0D}" srcOrd="0" destOrd="0" presId="urn:microsoft.com/office/officeart/2005/8/layout/process3"/>
    <dgm:cxn modelId="{E7F0928A-072B-EC42-8DC5-5CF2D20B76F7}" type="presOf" srcId="{513B5F79-A26B-CD4E-809D-8B852D84F910}" destId="{5F6338B3-3186-D840-901E-883BAC85B312}" srcOrd="0" destOrd="2" presId="urn:microsoft.com/office/officeart/2005/8/layout/process3"/>
    <dgm:cxn modelId="{FBFFD98A-D9B0-C848-9ED5-C9C7E599C7A0}" srcId="{57D7FBC3-ACE0-A049-9144-0C277FC4F1D7}" destId="{20F6750D-03CD-9148-AFBA-40A831B931FC}" srcOrd="0" destOrd="0" parTransId="{4750950B-3853-C34D-88F1-574702604F01}" sibTransId="{627A2EA9-8B4C-2B44-B746-FBF2BD6B39C2}"/>
    <dgm:cxn modelId="{D0BCE78B-41A2-7843-8EA7-91535CCE46F5}" type="presOf" srcId="{D435E13E-E981-7C45-94C9-334DA195586A}" destId="{5F6338B3-3186-D840-901E-883BAC85B312}" srcOrd="0" destOrd="4" presId="urn:microsoft.com/office/officeart/2005/8/layout/process3"/>
    <dgm:cxn modelId="{3547578F-7469-4449-B658-FEB7FC09D7E8}" srcId="{C3B3CCC5-0DF4-2D4F-B1D5-E4326FC7955C}" destId="{27200363-0C93-C54E-9C47-7EAF41859EA8}" srcOrd="1" destOrd="0" parTransId="{4527493D-C162-154F-97A4-D3133F10E52D}" sibTransId="{4C7373D7-4EDF-8443-A641-630A6C11DC1C}"/>
    <dgm:cxn modelId="{74CA2290-332A-2C42-9458-8D4BCDB85AD7}" srcId="{57D7FBC3-ACE0-A049-9144-0C277FC4F1D7}" destId="{513B5F79-A26B-CD4E-809D-8B852D84F910}" srcOrd="2" destOrd="0" parTransId="{C5401357-AB2D-7C4E-BD55-FBDEA428F59C}" sibTransId="{743F6CCA-E2EE-354E-9DF3-55B1FE6C4ADE}"/>
    <dgm:cxn modelId="{021583A7-61F5-EC4D-8866-BC9E82F6AE7E}" srcId="{1DDCCFEA-15AA-1E4D-B5CE-CA0DFB40A2BF}" destId="{C3B3CCC5-0DF4-2D4F-B1D5-E4326FC7955C}" srcOrd="0" destOrd="0" parTransId="{321718FD-9427-5249-9AAE-4B23561C342B}" sibTransId="{CBEBBB9D-167A-9D42-A7BA-2AF9BCAE6ACD}"/>
    <dgm:cxn modelId="{EB9B9DB6-F9FB-1A4F-8578-086D9843D6C7}" type="presOf" srcId="{0F4C2B87-CA55-6F4E-BCBD-4EA361135F91}" destId="{0F7D95C0-8072-C449-8950-CCA827E894F6}" srcOrd="0" destOrd="1" presId="urn:microsoft.com/office/officeart/2005/8/layout/process3"/>
    <dgm:cxn modelId="{BE070EC0-75F6-774E-9846-36513613B4FB}" srcId="{57D7FBC3-ACE0-A049-9144-0C277FC4F1D7}" destId="{64892140-31F9-7844-9C42-771BB677F2D0}" srcOrd="3" destOrd="0" parTransId="{B9E79C65-6E82-4641-93CE-3AA212033774}" sibTransId="{5A37F8F8-CE64-C94B-AAC5-69F6D876CFBD}"/>
    <dgm:cxn modelId="{A62282C1-C8E6-9B48-8E48-6298EB030170}" type="presOf" srcId="{27200363-0C93-C54E-9C47-7EAF41859EA8}" destId="{9F263C6E-5A4F-014D-9E07-5FB09B6E4705}" srcOrd="0" destOrd="1" presId="urn:microsoft.com/office/officeart/2005/8/layout/process3"/>
    <dgm:cxn modelId="{84D6ECC5-E820-744D-A4F7-BC78B3CE2756}" type="presOf" srcId="{CBEBBB9D-167A-9D42-A7BA-2AF9BCAE6ACD}" destId="{24EED104-C6F9-A343-8307-670A3E0EAB53}" srcOrd="1" destOrd="0" presId="urn:microsoft.com/office/officeart/2005/8/layout/process3"/>
    <dgm:cxn modelId="{D3A51AC7-6013-E04F-8A39-D7C5BCDCBA00}" srcId="{57D7FBC3-ACE0-A049-9144-0C277FC4F1D7}" destId="{3BE97B24-6EC4-9349-A8F9-A0C20DC8FC7F}" srcOrd="1" destOrd="0" parTransId="{8C04B896-362B-7348-8899-FAA8D773DC3B}" sibTransId="{9159737D-0F58-2842-B5DB-8D8F473CD31F}"/>
    <dgm:cxn modelId="{5EB6BEC8-897B-7946-A7CA-96033C97B3A5}" type="presOf" srcId="{6D0F803C-46CD-6D4D-98F3-C25B8EA7EF74}" destId="{0F7D95C0-8072-C449-8950-CCA827E894F6}" srcOrd="0" destOrd="0" presId="urn:microsoft.com/office/officeart/2005/8/layout/process3"/>
    <dgm:cxn modelId="{7E3D6EC9-2960-A346-B89D-608274ED4624}" type="presOf" srcId="{1DDCCFEA-15AA-1E4D-B5CE-CA0DFB40A2BF}" destId="{04B582D7-362A-2040-AF97-E92C6CD53C8B}" srcOrd="0" destOrd="0" presId="urn:microsoft.com/office/officeart/2005/8/layout/process3"/>
    <dgm:cxn modelId="{E80F37CE-1FAA-174A-A0DD-503D8DB0AAD7}" type="presOf" srcId="{20F6750D-03CD-9148-AFBA-40A831B931FC}" destId="{5F6338B3-3186-D840-901E-883BAC85B312}" srcOrd="0" destOrd="0" presId="urn:microsoft.com/office/officeart/2005/8/layout/process3"/>
    <dgm:cxn modelId="{5AE0D8F5-BDDA-6541-844D-72B73253F2EC}" type="presOf" srcId="{57D7FBC3-ACE0-A049-9144-0C277FC4F1D7}" destId="{C750C225-86F4-754A-A4FE-2960381A9BE1}" srcOrd="1" destOrd="0" presId="urn:microsoft.com/office/officeart/2005/8/layout/process3"/>
    <dgm:cxn modelId="{3E29B8F7-0E71-DF46-8465-C76ABA3020CD}" type="presOf" srcId="{647D7046-FB54-CB4E-A09D-127663FC2869}" destId="{17431876-8F19-4441-A2B7-0A57F4D8E01B}" srcOrd="0" destOrd="0" presId="urn:microsoft.com/office/officeart/2005/8/layout/process3"/>
    <dgm:cxn modelId="{52B8D21E-C511-984F-84CE-6CE7A471EB2E}" type="presParOf" srcId="{04B582D7-362A-2040-AF97-E92C6CD53C8B}" destId="{062A8193-EA66-D241-897C-EFBBACF8E61D}" srcOrd="0" destOrd="0" presId="urn:microsoft.com/office/officeart/2005/8/layout/process3"/>
    <dgm:cxn modelId="{FEE440E8-9897-B54F-B323-2D675A9053C8}" type="presParOf" srcId="{062A8193-EA66-D241-897C-EFBBACF8E61D}" destId="{BBD48946-03AC-1141-AE6F-E5694DC9E366}" srcOrd="0" destOrd="0" presId="urn:microsoft.com/office/officeart/2005/8/layout/process3"/>
    <dgm:cxn modelId="{526105CA-5DA9-464E-9C58-D185435EAF3D}" type="presParOf" srcId="{062A8193-EA66-D241-897C-EFBBACF8E61D}" destId="{CBCC4A50-A41D-384C-9E06-10B53ED60E37}" srcOrd="1" destOrd="0" presId="urn:microsoft.com/office/officeart/2005/8/layout/process3"/>
    <dgm:cxn modelId="{F38C25D2-F0F4-DE49-9FFE-89AE122173A7}" type="presParOf" srcId="{062A8193-EA66-D241-897C-EFBBACF8E61D}" destId="{9F263C6E-5A4F-014D-9E07-5FB09B6E4705}" srcOrd="2" destOrd="0" presId="urn:microsoft.com/office/officeart/2005/8/layout/process3"/>
    <dgm:cxn modelId="{8E7C567B-29EA-CE41-A24C-FF678DF8E650}" type="presParOf" srcId="{04B582D7-362A-2040-AF97-E92C6CD53C8B}" destId="{0900EDCC-322C-7A4E-A1B8-A1D7910D92C8}" srcOrd="1" destOrd="0" presId="urn:microsoft.com/office/officeart/2005/8/layout/process3"/>
    <dgm:cxn modelId="{E97A354E-8191-514D-BA80-C56D30A64733}" type="presParOf" srcId="{0900EDCC-322C-7A4E-A1B8-A1D7910D92C8}" destId="{24EED104-C6F9-A343-8307-670A3E0EAB53}" srcOrd="0" destOrd="0" presId="urn:microsoft.com/office/officeart/2005/8/layout/process3"/>
    <dgm:cxn modelId="{9943CF7A-A21A-A049-B263-9DFFE83B3096}" type="presParOf" srcId="{04B582D7-362A-2040-AF97-E92C6CD53C8B}" destId="{DC5171A2-487E-2B4F-8606-BBE6C0B26D87}" srcOrd="2" destOrd="0" presId="urn:microsoft.com/office/officeart/2005/8/layout/process3"/>
    <dgm:cxn modelId="{6F4A796E-4CF7-774E-9778-9BF8D0FC87EC}" type="presParOf" srcId="{DC5171A2-487E-2B4F-8606-BBE6C0B26D87}" destId="{40816627-BD86-C240-8AFB-3755C8F4828D}" srcOrd="0" destOrd="0" presId="urn:microsoft.com/office/officeart/2005/8/layout/process3"/>
    <dgm:cxn modelId="{628C8D87-3545-7C45-8C28-975EAFCCA16F}" type="presParOf" srcId="{DC5171A2-487E-2B4F-8606-BBE6C0B26D87}" destId="{C750C225-86F4-754A-A4FE-2960381A9BE1}" srcOrd="1" destOrd="0" presId="urn:microsoft.com/office/officeart/2005/8/layout/process3"/>
    <dgm:cxn modelId="{0C37C6AC-1C5B-2342-81D5-A5999F2ED6F7}" type="presParOf" srcId="{DC5171A2-487E-2B4F-8606-BBE6C0B26D87}" destId="{5F6338B3-3186-D840-901E-883BAC85B312}" srcOrd="2" destOrd="0" presId="urn:microsoft.com/office/officeart/2005/8/layout/process3"/>
    <dgm:cxn modelId="{F479397A-0F73-F241-8D43-A6F835151B72}" type="presParOf" srcId="{04B582D7-362A-2040-AF97-E92C6CD53C8B}" destId="{1C6F6892-27C8-C146-842C-8644CE35CD0D}" srcOrd="3" destOrd="0" presId="urn:microsoft.com/office/officeart/2005/8/layout/process3"/>
    <dgm:cxn modelId="{B9BDD260-4271-1E49-AF4D-ADCE5E81CDB9}" type="presParOf" srcId="{1C6F6892-27C8-C146-842C-8644CE35CD0D}" destId="{0310463B-51DC-C941-9F1A-D0AB5CEDA953}" srcOrd="0" destOrd="0" presId="urn:microsoft.com/office/officeart/2005/8/layout/process3"/>
    <dgm:cxn modelId="{44F2B86D-9A3A-F446-A60C-C82D2CAD34BB}" type="presParOf" srcId="{04B582D7-362A-2040-AF97-E92C6CD53C8B}" destId="{63ADBBBD-9A0B-524C-8EF8-346586D95962}" srcOrd="4" destOrd="0" presId="urn:microsoft.com/office/officeart/2005/8/layout/process3"/>
    <dgm:cxn modelId="{43CE765F-C125-D849-9061-D209F404D9E2}" type="presParOf" srcId="{63ADBBBD-9A0B-524C-8EF8-346586D95962}" destId="{17431876-8F19-4441-A2B7-0A57F4D8E01B}" srcOrd="0" destOrd="0" presId="urn:microsoft.com/office/officeart/2005/8/layout/process3"/>
    <dgm:cxn modelId="{0D8FFE56-74EC-8C4B-AA55-C3E115863CBD}" type="presParOf" srcId="{63ADBBBD-9A0B-524C-8EF8-346586D95962}" destId="{75AC11BD-D3B7-0042-B359-0AE83C98C3B6}" srcOrd="1" destOrd="0" presId="urn:microsoft.com/office/officeart/2005/8/layout/process3"/>
    <dgm:cxn modelId="{2D3593DE-C3F0-7A43-879E-B1DDE48D9EE1}" type="presParOf" srcId="{63ADBBBD-9A0B-524C-8EF8-346586D95962}" destId="{0F7D95C0-8072-C449-8950-CCA827E894F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C4A50-A41D-384C-9E06-10B53ED60E37}">
      <dsp:nvSpPr>
        <dsp:cNvPr id="0" name=""/>
        <dsp:cNvSpPr/>
      </dsp:nvSpPr>
      <dsp:spPr>
        <a:xfrm>
          <a:off x="4093" y="1835380"/>
          <a:ext cx="186106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Deploy</a:t>
          </a:r>
        </a:p>
      </dsp:txBody>
      <dsp:txXfrm>
        <a:off x="4093" y="1835380"/>
        <a:ext cx="1861062" cy="316800"/>
      </dsp:txXfrm>
    </dsp:sp>
    <dsp:sp modelId="{9F263C6E-5A4F-014D-9E07-5FB09B6E4705}">
      <dsp:nvSpPr>
        <dsp:cNvPr id="0" name=""/>
        <dsp:cNvSpPr/>
      </dsp:nvSpPr>
      <dsp:spPr>
        <a:xfrm>
          <a:off x="385274" y="2152180"/>
          <a:ext cx="1861062" cy="11044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OS install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OS provisioning/configuration</a:t>
          </a:r>
        </a:p>
      </dsp:txBody>
      <dsp:txXfrm>
        <a:off x="417623" y="2184529"/>
        <a:ext cx="1796364" cy="1039770"/>
      </dsp:txXfrm>
    </dsp:sp>
    <dsp:sp modelId="{0900EDCC-322C-7A4E-A1B8-A1D7910D92C8}">
      <dsp:nvSpPr>
        <dsp:cNvPr id="0" name=""/>
        <dsp:cNvSpPr/>
      </dsp:nvSpPr>
      <dsp:spPr>
        <a:xfrm>
          <a:off x="2147286" y="1762105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147286" y="1854775"/>
        <a:ext cx="459111" cy="278010"/>
      </dsp:txXfrm>
    </dsp:sp>
    <dsp:sp modelId="{C750C225-86F4-754A-A4FE-2960381A9BE1}">
      <dsp:nvSpPr>
        <dsp:cNvPr id="0" name=""/>
        <dsp:cNvSpPr/>
      </dsp:nvSpPr>
      <dsp:spPr>
        <a:xfrm>
          <a:off x="2993677" y="1835380"/>
          <a:ext cx="186106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</a:t>
          </a:r>
        </a:p>
      </dsp:txBody>
      <dsp:txXfrm>
        <a:off x="2993677" y="1835380"/>
        <a:ext cx="1861062" cy="316800"/>
      </dsp:txXfrm>
    </dsp:sp>
    <dsp:sp modelId="{5F6338B3-3186-D840-901E-883BAC85B312}">
      <dsp:nvSpPr>
        <dsp:cNvPr id="0" name=""/>
        <dsp:cNvSpPr/>
      </dsp:nvSpPr>
      <dsp:spPr>
        <a:xfrm>
          <a:off x="3374859" y="2152180"/>
          <a:ext cx="1861062" cy="11044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 err="1"/>
            <a:t>Authenication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Configuration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Control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Update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Install more stuff</a:t>
          </a:r>
        </a:p>
      </dsp:txBody>
      <dsp:txXfrm>
        <a:off x="3407208" y="2184529"/>
        <a:ext cx="1796364" cy="1039770"/>
      </dsp:txXfrm>
    </dsp:sp>
    <dsp:sp modelId="{1C6F6892-27C8-C146-842C-8644CE35CD0D}">
      <dsp:nvSpPr>
        <dsp:cNvPr id="0" name=""/>
        <dsp:cNvSpPr/>
      </dsp:nvSpPr>
      <dsp:spPr>
        <a:xfrm>
          <a:off x="5136871" y="1762105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36871" y="1854775"/>
        <a:ext cx="459111" cy="278010"/>
      </dsp:txXfrm>
    </dsp:sp>
    <dsp:sp modelId="{75AC11BD-D3B7-0042-B359-0AE83C98C3B6}">
      <dsp:nvSpPr>
        <dsp:cNvPr id="0" name=""/>
        <dsp:cNvSpPr/>
      </dsp:nvSpPr>
      <dsp:spPr>
        <a:xfrm>
          <a:off x="5983262" y="1835380"/>
          <a:ext cx="1861062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Repurpose/Dispose</a:t>
          </a:r>
        </a:p>
      </dsp:txBody>
      <dsp:txXfrm>
        <a:off x="5983262" y="1835380"/>
        <a:ext cx="1861062" cy="316800"/>
      </dsp:txXfrm>
    </dsp:sp>
    <dsp:sp modelId="{0F7D95C0-8072-C449-8950-CCA827E894F6}">
      <dsp:nvSpPr>
        <dsp:cNvPr id="0" name=""/>
        <dsp:cNvSpPr/>
      </dsp:nvSpPr>
      <dsp:spPr>
        <a:xfrm>
          <a:off x="6364443" y="2152180"/>
          <a:ext cx="1861062" cy="11044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Erase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Reimage</a:t>
          </a:r>
        </a:p>
      </dsp:txBody>
      <dsp:txXfrm>
        <a:off x="6396792" y="2184529"/>
        <a:ext cx="1796364" cy="1039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E9E7-0A46-C642-B1CD-9F43F63A761F}" type="datetime1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0FFE6-5FBB-9B41-A19C-338E023F0B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770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37FED-970C-2049-96AE-96BD1BA5E2DA}" type="datetime1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Click to edit Master text styles</a:t>
            </a:r>
          </a:p>
          <a:p>
            <a:pPr lvl="1"/>
            <a:r>
              <a:rPr lang="nb-NO"/>
              <a:t>Second level</a:t>
            </a:r>
          </a:p>
          <a:p>
            <a:pPr lvl="2"/>
            <a:r>
              <a:rPr lang="nb-NO"/>
              <a:t>Third level</a:t>
            </a:r>
          </a:p>
          <a:p>
            <a:pPr lvl="3"/>
            <a:r>
              <a:rPr lang="nb-NO"/>
              <a:t>Fourth level</a:t>
            </a:r>
          </a:p>
          <a:p>
            <a:pPr lvl="4"/>
            <a:r>
              <a:rPr lang="nb-N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8085-8ED8-F544-9D86-69C4C46BE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0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31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78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F95C4E-1091-4AFC-A458-56779C01DE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CD8EA4B-13CD-40B4-BDDD-B2F23644D4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2931791"/>
            <a:ext cx="8064896" cy="432048"/>
          </a:xfrm>
        </p:spPr>
        <p:txBody>
          <a:bodyPr/>
          <a:lstStyle>
            <a:lvl1pPr marL="0" indent="0" algn="ctr">
              <a:buClr>
                <a:srgbClr val="FDBA12"/>
              </a:buClr>
              <a:buFontTx/>
              <a:buNone/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2pPr>
            <a:lvl3pPr marL="9144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3pPr>
            <a:lvl4pPr marL="13716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4pPr>
            <a:lvl5pPr marL="18288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1114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4308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1918F4-FC6F-654D-B51C-4278977557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444444"/>
              </a:buClr>
              <a:defRPr>
                <a:solidFill>
                  <a:srgbClr val="63099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8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4287A63A-23A3-47F6-72A7-C794851808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8946" y="1563687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54864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inser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1pPr>
            <a:lvl2pPr marL="7429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2pPr>
            <a:lvl3pPr marL="12001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3pPr>
            <a:lvl4pPr marL="16573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4pPr>
            <a:lvl5pPr marL="21145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1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87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042792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619DA90-5716-16E7-D0C6-E0AD562F6B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FFF9A9"/>
              </a:buCl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0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inser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1pPr>
            <a:lvl2pPr marL="7429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2pPr>
            <a:lvl3pPr marL="12001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3pPr>
            <a:lvl4pPr marL="16573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4pPr>
            <a:lvl5pPr marL="21145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654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61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55526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69927"/>
            <a:ext cx="8229600" cy="2822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3" r:id="rId3"/>
    <p:sldLayoutId id="2147483692" r:id="rId4"/>
    <p:sldLayoutId id="2147483696" r:id="rId5"/>
    <p:sldLayoutId id="2147483699" r:id="rId6"/>
    <p:sldLayoutId id="2147483694" r:id="rId7"/>
    <p:sldLayoutId id="2147483691" r:id="rId8"/>
    <p:sldLayoutId id="2147483655" r:id="rId9"/>
    <p:sldLayoutId id="2147483695" r:id="rId10"/>
    <p:sldLayoutId id="2147483697" r:id="rId11"/>
    <p:sldLayoutId id="2147483698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rgbClr val="1A1B1B"/>
          </a:solidFill>
          <a:latin typeface="Roboto Medium" panose="02000000000000000000" pitchFamily="2" charset="0"/>
          <a:ea typeface="+mj-ea"/>
          <a:cs typeface="Roboto Medium" panose="02000000000000000000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2000" b="0" i="0" strike="noStrike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2pPr>
      <a:lvl3pPr marL="12573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 Medium" panose="02000000000000000000" pitchFamily="2" charset="0"/>
          <a:ea typeface="+mn-ea"/>
          <a:cs typeface="Roboto Medium" panose="02000000000000000000" pitchFamily="2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ichaeln@2pintsoftware.com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inuxfoundation.org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2.mp4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69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5DAF-8F57-46B2-9F41-B03F489CB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552" y="1491630"/>
            <a:ext cx="8064896" cy="720080"/>
          </a:xfrm>
        </p:spPr>
        <p:txBody>
          <a:bodyPr>
            <a:noAutofit/>
          </a:bodyPr>
          <a:lstStyle/>
          <a:p>
            <a:r>
              <a:rPr lang="en-US" sz="1800" dirty="0"/>
              <a:t>Michael Niehaus</a:t>
            </a:r>
            <a:br>
              <a:rPr lang="en-US" sz="1800" dirty="0"/>
            </a:br>
            <a:r>
              <a:rPr lang="en-US" sz="1800" dirty="0" err="1"/>
              <a:t>Programme</a:t>
            </a:r>
            <a:r>
              <a:rPr lang="en-US" sz="1800" dirty="0"/>
              <a:t> Director, 2Pint Software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michaeln@2pintsoftware.com</a:t>
            </a:r>
            <a:br>
              <a:rPr lang="en-US" sz="1800" dirty="0"/>
            </a:br>
            <a:r>
              <a:rPr lang="en-US" sz="1800" dirty="0"/>
              <a:t>2x ex-MVP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4984C-634C-4ED0-B981-94C45DEC12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556" y="2787774"/>
            <a:ext cx="8064896" cy="576063"/>
          </a:xfrm>
        </p:spPr>
        <p:txBody>
          <a:bodyPr>
            <a:normAutofit/>
          </a:bodyPr>
          <a:lstStyle/>
          <a:p>
            <a:r>
              <a:rPr lang="en-US" sz="2800" dirty="0"/>
              <a:t>Linux for the Windows admin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D0D1FD9-032B-0D1B-0764-F6172D1582A8}"/>
              </a:ext>
            </a:extLst>
          </p:cNvPr>
          <p:cNvSpPr txBox="1">
            <a:spLocks/>
          </p:cNvSpPr>
          <p:nvPr/>
        </p:nvSpPr>
        <p:spPr>
          <a:xfrm>
            <a:off x="578774" y="3364542"/>
            <a:ext cx="8064896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2000" b="0" i="0" strike="noStrike" kern="1200" baseline="0">
                <a:solidFill>
                  <a:srgbClr val="1A1B1B"/>
                </a:solidFill>
                <a:latin typeface="Roboto Medium" panose="02000000000000000000" pitchFamily="2" charset="0"/>
                <a:ea typeface="+mn-ea"/>
                <a:cs typeface="Roboto Medium" panose="02000000000000000000" pitchFamily="2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8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8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4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Clr>
                <a:srgbClr val="FDBA12"/>
              </a:buClr>
              <a:buFontTx/>
              <a:buNone/>
              <a:defRPr sz="1400" b="0" i="0" kern="1200" baseline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Museo Sans 10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“How different can it be?”</a:t>
            </a:r>
          </a:p>
        </p:txBody>
      </p:sp>
    </p:spTree>
    <p:extLst>
      <p:ext uri="{BB962C8B-B14F-4D97-AF65-F5344CB8AC3E}">
        <p14:creationId xmlns:p14="http://schemas.microsoft.com/office/powerpoint/2010/main" val="342055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580EEC-7B04-C956-28CC-3E5582CD7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101</a:t>
            </a:r>
          </a:p>
        </p:txBody>
      </p:sp>
    </p:spTree>
    <p:extLst>
      <p:ext uri="{BB962C8B-B14F-4D97-AF65-F5344CB8AC3E}">
        <p14:creationId xmlns:p14="http://schemas.microsoft.com/office/powerpoint/2010/main" val="122672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6E228E-8B44-818A-1554-84E9F93F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quick history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F8E35-BA2F-2C20-9A06-6A9D568767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1991: Started by Linus Torvalds</a:t>
            </a:r>
          </a:p>
          <a:p>
            <a:r>
              <a:rPr lang="en-US" dirty="0"/>
              <a:t>1992: Released under the GPL open-source license</a:t>
            </a:r>
          </a:p>
          <a:p>
            <a:r>
              <a:rPr lang="en-US" dirty="0"/>
              <a:t>1993: Distributions started appearing</a:t>
            </a:r>
          </a:p>
          <a:p>
            <a:r>
              <a:rPr lang="en-US" dirty="0"/>
              <a:t>1994: Linux 1.0 released, commercial distributions from </a:t>
            </a:r>
            <a:r>
              <a:rPr lang="en-US" dirty="0" err="1"/>
              <a:t>Redhat</a:t>
            </a:r>
            <a:r>
              <a:rPr lang="en-US" dirty="0"/>
              <a:t> and SUSE started</a:t>
            </a:r>
          </a:p>
          <a:p>
            <a:r>
              <a:rPr lang="en-US" dirty="0"/>
              <a:t>1999: RedHat Linux 6.0 made Linux more popular in the enterprise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C64E0-1D20-D3FB-532F-1C4C49643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2004: Ubuntu distribution launched</a:t>
            </a:r>
          </a:p>
          <a:p>
            <a:r>
              <a:rPr lang="en-US" dirty="0"/>
              <a:t>2009: Linux kernel used as the basis for ChromeOS</a:t>
            </a:r>
          </a:p>
          <a:p>
            <a:r>
              <a:rPr lang="en-US" dirty="0"/>
              <a:t>2013: Linux kernel used as the basis for Android</a:t>
            </a:r>
          </a:p>
          <a:p>
            <a:r>
              <a:rPr lang="en-US" dirty="0"/>
              <a:t>2013: Steam OS based on Linux (“runs Windows games better than Windows”)</a:t>
            </a:r>
          </a:p>
          <a:p>
            <a:r>
              <a:rPr lang="en-US" dirty="0"/>
              <a:t>2026: Now up to Linux kernel 7.0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80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35C8-F200-FFE0-868A-C84EE6FF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43D5B-0EED-DD91-9FC8-572BC1EFF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563688"/>
            <a:ext cx="4114800" cy="331231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Monolithic kernel</a:t>
            </a:r>
          </a:p>
          <a:p>
            <a:pPr lvl="1"/>
            <a:r>
              <a:rPr lang="en-US" dirty="0"/>
              <a:t>Tightly controlled, still managed by Linus Torvalds (“benevolent dictator”)</a:t>
            </a:r>
          </a:p>
          <a:p>
            <a:r>
              <a:rPr lang="en-US" dirty="0"/>
              <a:t>Many packages layered on top of the kernel:</a:t>
            </a:r>
          </a:p>
          <a:p>
            <a:pPr lvl="1"/>
            <a:r>
              <a:rPr lang="en-US" dirty="0"/>
              <a:t>System libraries (APIs)</a:t>
            </a:r>
          </a:p>
          <a:p>
            <a:pPr lvl="1"/>
            <a:r>
              <a:rPr lang="en-US" dirty="0"/>
              <a:t>Shells</a:t>
            </a:r>
          </a:p>
          <a:p>
            <a:pPr lvl="1"/>
            <a:r>
              <a:rPr lang="en-US" dirty="0"/>
              <a:t>Desktop environments (UI, optional)</a:t>
            </a:r>
          </a:p>
          <a:p>
            <a:pPr lvl="1"/>
            <a:r>
              <a:rPr lang="en-US" dirty="0"/>
              <a:t>Utilities and apps, including a package manager</a:t>
            </a:r>
          </a:p>
          <a:p>
            <a:pPr lvl="1"/>
            <a:r>
              <a:rPr lang="en-US" dirty="0"/>
              <a:t>No central control</a:t>
            </a:r>
          </a:p>
          <a:p>
            <a:pPr lvl="1"/>
            <a:r>
              <a:rPr lang="en-US" dirty="0"/>
              <a:t>Yes, even the kernel is updated via a package</a:t>
            </a:r>
          </a:p>
          <a:p>
            <a:pPr lvl="1"/>
            <a:endParaRPr lang="en-US" dirty="0"/>
          </a:p>
          <a:p>
            <a:r>
              <a:rPr lang="en-US" dirty="0"/>
              <a:t>Learn more from </a:t>
            </a:r>
            <a:r>
              <a:rPr lang="en-US" dirty="0">
                <a:hlinkClick r:id="rId2"/>
              </a:rPr>
              <a:t>https://linuxfoundation.org</a:t>
            </a:r>
            <a:r>
              <a:rPr lang="en-US" dirty="0"/>
              <a:t> and other 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316DC-F247-B14D-ACE4-AF6D1C19A8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C7B2A-9F49-E7B2-76CB-4A0465CE7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48" y="1563686"/>
            <a:ext cx="4081252" cy="275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8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188-AB9A-E850-05A7-A065DF0C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Linux distribution?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A2EAB-F924-07F4-3BA9-303F0DB58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Standard Linux kernel (usually)</a:t>
            </a:r>
          </a:p>
          <a:p>
            <a:r>
              <a:rPr lang="en-US" dirty="0"/>
              <a:t>Layer of packages</a:t>
            </a:r>
          </a:p>
          <a:p>
            <a:pPr lvl="1"/>
            <a:r>
              <a:rPr lang="en-US" dirty="0"/>
              <a:t>There are alternatives for nearly every component: shells, desktop environments, commands, etc.</a:t>
            </a:r>
          </a:p>
          <a:p>
            <a:pPr lvl="1"/>
            <a:r>
              <a:rPr lang="en-US" dirty="0"/>
              <a:t>A distribution expresses preferences, which can always be customized</a:t>
            </a:r>
          </a:p>
          <a:p>
            <a:pPr lvl="1"/>
            <a:r>
              <a:rPr lang="en-US" dirty="0"/>
              <a:t>Drivers are generally preinstalled (mostly)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15A727-0EEF-2FE9-8173-1286DFFB0D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86F6F0-E585-9448-397D-6098142D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269" y="1501712"/>
            <a:ext cx="3964153" cy="278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9B0D-AE34-D483-815D-8D257F4F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server vs. desktop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1989E-774C-41D9-EE76-E6EA54CBC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main differences between Linux servers and desktops:</a:t>
            </a:r>
          </a:p>
          <a:p>
            <a:pPr lvl="1"/>
            <a:r>
              <a:rPr lang="en-US" dirty="0"/>
              <a:t>Command line vs. UI</a:t>
            </a:r>
          </a:p>
          <a:p>
            <a:pPr lvl="1"/>
            <a:r>
              <a:rPr lang="en-US" dirty="0"/>
              <a:t>Workloads (obviously)</a:t>
            </a:r>
          </a:p>
          <a:p>
            <a:r>
              <a:rPr lang="en-US" dirty="0"/>
              <a:t>Primary desktop uses:</a:t>
            </a:r>
          </a:p>
          <a:p>
            <a:pPr lvl="1"/>
            <a:r>
              <a:rPr lang="en-US" dirty="0"/>
              <a:t>Developers</a:t>
            </a:r>
          </a:p>
          <a:p>
            <a:pPr lvl="1"/>
            <a:r>
              <a:rPr lang="en-US" dirty="0"/>
              <a:t>“Sovereign alternative”?</a:t>
            </a:r>
          </a:p>
          <a:p>
            <a:pPr lvl="1"/>
            <a:r>
              <a:rPr lang="en-US" dirty="0"/>
              <a:t>Thin clients (IGEL, </a:t>
            </a:r>
            <a:r>
              <a:rPr lang="en-US" b="1" dirty="0" err="1"/>
              <a:t>UniconOS</a:t>
            </a:r>
            <a:r>
              <a:rPr lang="en-US" b="1" dirty="0"/>
              <a:t>/</a:t>
            </a:r>
            <a:r>
              <a:rPr lang="en-US" b="1" dirty="0" err="1"/>
              <a:t>eLux</a:t>
            </a:r>
            <a:r>
              <a:rPr lang="en-US" b="1" dirty="0"/>
              <a:t>, etc.)</a:t>
            </a:r>
          </a:p>
          <a:p>
            <a:pPr lvl="1"/>
            <a:r>
              <a:rPr lang="en-US" b="1" dirty="0"/>
              <a:t>Digital signage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25D86-4C24-A94E-9C20-3D3C715288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1600" dirty="0"/>
              <a:t>Over 50% of servers run Linux (even higher with cloud VMs)</a:t>
            </a:r>
          </a:p>
          <a:p>
            <a:r>
              <a:rPr lang="en-US" sz="1600" dirty="0"/>
              <a:t>Around 4% of desktops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FA8FF-1CAC-0836-CD74-93522562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643" y="1563687"/>
            <a:ext cx="3151406" cy="221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6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0A52-17E5-1A0C-80B3-0D2A227B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about file systems…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E00E4-93A7-F0F1-774D-EDD55408F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Generally supported for installs:</a:t>
            </a:r>
          </a:p>
          <a:p>
            <a:pPr lvl="1"/>
            <a:r>
              <a:rPr lang="en-US" dirty="0"/>
              <a:t>XFS</a:t>
            </a:r>
          </a:p>
          <a:p>
            <a:pPr lvl="1"/>
            <a:r>
              <a:rPr lang="en-US" dirty="0"/>
              <a:t>ZFS</a:t>
            </a:r>
          </a:p>
          <a:p>
            <a:pPr lvl="1"/>
            <a:r>
              <a:rPr lang="en-US" dirty="0"/>
              <a:t>Ext4 (and maybe 2 and 3)</a:t>
            </a:r>
          </a:p>
          <a:p>
            <a:pPr lvl="1"/>
            <a:r>
              <a:rPr lang="en-US" dirty="0" err="1"/>
              <a:t>Btrfs</a:t>
            </a:r>
            <a:endParaRPr lang="en-US" dirty="0"/>
          </a:p>
          <a:p>
            <a:r>
              <a:rPr lang="en-US" dirty="0"/>
              <a:t>Accessible:</a:t>
            </a:r>
          </a:p>
          <a:p>
            <a:pPr lvl="1"/>
            <a:r>
              <a:rPr lang="en-US" dirty="0"/>
              <a:t>NTFS</a:t>
            </a:r>
          </a:p>
          <a:p>
            <a:pPr lvl="1"/>
            <a:r>
              <a:rPr lang="en-US" dirty="0"/>
              <a:t>FAT32/</a:t>
            </a:r>
            <a:r>
              <a:rPr lang="en-US" dirty="0" err="1"/>
              <a:t>exFAT</a:t>
            </a:r>
            <a:endParaRPr lang="en-US" dirty="0"/>
          </a:p>
          <a:p>
            <a:pPr lvl="1"/>
            <a:r>
              <a:rPr lang="en-US" dirty="0"/>
              <a:t>FAT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B4161-939D-3484-1340-C8F05AB14F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Different distros have their own preferred defaults:</a:t>
            </a:r>
          </a:p>
          <a:p>
            <a:pPr lvl="1"/>
            <a:r>
              <a:rPr lang="en-US" dirty="0" err="1"/>
              <a:t>Redhat</a:t>
            </a:r>
            <a:r>
              <a:rPr lang="en-US" dirty="0"/>
              <a:t> uses XFS</a:t>
            </a:r>
          </a:p>
          <a:p>
            <a:pPr lvl="1"/>
            <a:r>
              <a:rPr lang="en-US" dirty="0"/>
              <a:t>Ubuntu uses ext4</a:t>
            </a:r>
          </a:p>
          <a:p>
            <a:pPr lvl="1"/>
            <a:r>
              <a:rPr lang="en-US" dirty="0"/>
              <a:t>OpenSUSE uses </a:t>
            </a:r>
            <a:r>
              <a:rPr lang="en-US" dirty="0" err="1"/>
              <a:t>Btrfs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16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424BA-D983-6934-9EBC-F91F52F6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987A-5AB3-07AB-C8B4-19D057A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…and disk encryption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82D8E-6809-A36C-DF23-BC6A6D4785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LUKS is the equivalent of BitLocker</a:t>
            </a:r>
          </a:p>
          <a:p>
            <a:pPr lvl="1"/>
            <a:r>
              <a:rPr lang="en-US" dirty="0"/>
              <a:t>Full disk encryption</a:t>
            </a:r>
          </a:p>
          <a:p>
            <a:pPr lvl="1"/>
            <a:r>
              <a:rPr lang="en-US" dirty="0"/>
              <a:t>Prompt for PIN or use TPM (supports more than one PIN, e.g. a user PIN and a helpdesk PIN)</a:t>
            </a:r>
          </a:p>
          <a:p>
            <a:pPr lvl="1"/>
            <a:r>
              <a:rPr lang="en-US" dirty="0"/>
              <a:t>Best to do at install time, more challenging to add later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20CB6-7266-9BE8-072E-76F3AF7F91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Defaults are typically sufficient on current releases:</a:t>
            </a:r>
          </a:p>
          <a:p>
            <a:pPr lvl="1"/>
            <a:r>
              <a:rPr lang="en-US" dirty="0"/>
              <a:t>AES-XTS for the data cipher</a:t>
            </a:r>
          </a:p>
          <a:p>
            <a:pPr lvl="1"/>
            <a:r>
              <a:rPr lang="en-US" dirty="0"/>
              <a:t>512-bit XTS key</a:t>
            </a:r>
          </a:p>
          <a:p>
            <a:pPr lvl="1"/>
            <a:r>
              <a:rPr lang="en-US" dirty="0"/>
              <a:t>Argon2id for passphrase stretching</a:t>
            </a:r>
          </a:p>
        </p:txBody>
      </p:sp>
    </p:spTree>
    <p:extLst>
      <p:ext uri="{BB962C8B-B14F-4D97-AF65-F5344CB8AC3E}">
        <p14:creationId xmlns:p14="http://schemas.microsoft.com/office/powerpoint/2010/main" val="131887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5FEA-5A8D-ED0C-0B20-02F44F4E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…and desktop environments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B491F-52FB-41AD-312E-F546E2AB7A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Gnome</a:t>
            </a:r>
          </a:p>
          <a:p>
            <a:pPr lvl="1"/>
            <a:r>
              <a:rPr lang="en-US" dirty="0"/>
              <a:t>Default for </a:t>
            </a:r>
            <a:r>
              <a:rPr lang="en-US" dirty="0" err="1"/>
              <a:t>Redhat</a:t>
            </a:r>
            <a:r>
              <a:rPr lang="en-US" dirty="0"/>
              <a:t>, Ubuntu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0646A-94FE-6663-BB61-848FAACCE1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KDE</a:t>
            </a:r>
          </a:p>
          <a:p>
            <a:pPr lvl="1"/>
            <a:r>
              <a:rPr lang="en-US" dirty="0"/>
              <a:t>Default for OpenSUSE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2E6548-7F4F-D274-DC83-5A254B21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68" y="2288016"/>
            <a:ext cx="3564720" cy="2227950"/>
          </a:xfrm>
          <a:prstGeom prst="rect">
            <a:avLst/>
          </a:prstGeom>
        </p:spPr>
      </p:pic>
      <p:pic>
        <p:nvPicPr>
          <p:cNvPr id="8" name="Picture 7" descr="GNOME 51 running in Fedora 45-pre">
            <a:extLst>
              <a:ext uri="{FF2B5EF4-FFF2-40B4-BE49-F238E27FC236}">
                <a16:creationId xmlns:a16="http://schemas.microsoft.com/office/drawing/2014/main" id="{4B7F14BB-FADE-755F-CB17-39D6F0E08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12" y="2288016"/>
            <a:ext cx="3564721" cy="221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7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2BC2-56B4-1DC1-ED63-D94F54B0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..and shells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E2885-0406-CDAB-1ECC-FAC4FBB65F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Bourne Shell (</a:t>
            </a:r>
            <a:r>
              <a:rPr lang="en-US" b="1" dirty="0" err="1"/>
              <a:t>sh</a:t>
            </a:r>
            <a:r>
              <a:rPr lang="en-US" b="1" dirty="0"/>
              <a:t>)</a:t>
            </a:r>
          </a:p>
          <a:p>
            <a:r>
              <a:rPr lang="en-US" b="1" dirty="0"/>
              <a:t>Bourne‑Again Shell (bash)</a:t>
            </a:r>
          </a:p>
          <a:p>
            <a:r>
              <a:rPr lang="en-US" b="1" dirty="0"/>
              <a:t>C Shell (</a:t>
            </a:r>
            <a:r>
              <a:rPr lang="en-US" b="1" dirty="0" err="1"/>
              <a:t>csh</a:t>
            </a:r>
            <a:r>
              <a:rPr lang="en-US" b="1" dirty="0"/>
              <a:t>)</a:t>
            </a:r>
          </a:p>
          <a:p>
            <a:r>
              <a:rPr lang="en-US" b="1" dirty="0"/>
              <a:t>Korn Shell (</a:t>
            </a:r>
            <a:r>
              <a:rPr lang="en-US" b="1" dirty="0" err="1"/>
              <a:t>ksh</a:t>
            </a:r>
            <a:r>
              <a:rPr lang="en-US" b="1" dirty="0"/>
              <a:t>)</a:t>
            </a:r>
          </a:p>
          <a:p>
            <a:r>
              <a:rPr lang="en-US" b="1" dirty="0"/>
              <a:t>Z Shell (</a:t>
            </a:r>
            <a:r>
              <a:rPr lang="en-US" b="1" dirty="0" err="1"/>
              <a:t>zsh</a:t>
            </a:r>
            <a:r>
              <a:rPr lang="en-US" b="1" dirty="0"/>
              <a:t>)</a:t>
            </a:r>
          </a:p>
          <a:p>
            <a:r>
              <a:rPr lang="en-US" b="1" dirty="0"/>
              <a:t>Fish (Friendly Interactive Shell)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1C73C-AD57-20E2-1309-32D5F57C89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terminal">
            <a:extLst>
              <a:ext uri="{FF2B5EF4-FFF2-40B4-BE49-F238E27FC236}">
                <a16:creationId xmlns:a16="http://schemas.microsoft.com/office/drawing/2014/main" id="{C27F2839-F300-1A94-F004-CD0050E1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02038"/>
            <a:ext cx="4131746" cy="299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9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E8BB-7EEB-AE18-CB66-BE256913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…and package managers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AD0B1-811F-6BB9-6009-6863BF6FD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DNF / .rpm</a:t>
            </a:r>
          </a:p>
          <a:p>
            <a:pPr lvl="1"/>
            <a:r>
              <a:rPr lang="en-US" dirty="0"/>
              <a:t>Used with </a:t>
            </a:r>
            <a:r>
              <a:rPr lang="en-US" dirty="0" err="1"/>
              <a:t>Redhat</a:t>
            </a:r>
            <a:endParaRPr lang="en-US" dirty="0"/>
          </a:p>
          <a:p>
            <a:r>
              <a:rPr lang="en-US" dirty="0"/>
              <a:t>APT / .deb</a:t>
            </a:r>
          </a:p>
          <a:p>
            <a:pPr lvl="1"/>
            <a:r>
              <a:rPr lang="en-US" dirty="0"/>
              <a:t>Used with Ubuntu</a:t>
            </a:r>
          </a:p>
          <a:p>
            <a:r>
              <a:rPr lang="en-US" dirty="0" err="1"/>
              <a:t>YaST</a:t>
            </a:r>
            <a:r>
              <a:rPr lang="en-US" dirty="0"/>
              <a:t> / </a:t>
            </a:r>
            <a:r>
              <a:rPr lang="en-US" dirty="0" err="1"/>
              <a:t>Zypper</a:t>
            </a:r>
            <a:r>
              <a:rPr lang="en-US" dirty="0"/>
              <a:t> / .rpm</a:t>
            </a:r>
          </a:p>
          <a:p>
            <a:pPr lvl="1"/>
            <a:r>
              <a:rPr lang="en-US" dirty="0"/>
              <a:t>Used with OpenSUSE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292AD-0237-DFB4-DA50-A53A3AA7CE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4F3DC-F460-1C39-834C-9AA2E7261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945" y="1469926"/>
            <a:ext cx="4403328" cy="330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38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C61F-D85E-A824-6597-D6E27BDC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..and </a:t>
            </a:r>
            <a:r>
              <a:rPr lang="en-US" dirty="0" err="1"/>
              <a:t>sudo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3F144-E5BD-E0BF-DCB5-0AE05EA9E8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If you need to make changes to anything (outside of your own user account), you will need to elevate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69028-E7EE-50FD-4FD3-1CBE2040E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provides the ability to elevate to root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AAC90-3D7E-29FF-E440-2ADC807C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92" y="2877433"/>
            <a:ext cx="6548264" cy="15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87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B68B-AF4D-D9CF-F614-771EC2D0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remote administration?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FD245-60C0-909B-3BF3-156C16B85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Top choice:  SSH</a:t>
            </a:r>
          </a:p>
          <a:p>
            <a:pPr lvl="1"/>
            <a:r>
              <a:rPr lang="en-US" dirty="0"/>
              <a:t>Typically uses keys for authentication: Generate on the client, register on the server</a:t>
            </a:r>
          </a:p>
          <a:p>
            <a:pPr lvl="1"/>
            <a:r>
              <a:rPr lang="en-US" dirty="0"/>
              <a:t>Use the built-in SSH client in Windows 11</a:t>
            </a:r>
          </a:p>
          <a:p>
            <a:r>
              <a:rPr lang="en-US" dirty="0"/>
              <a:t>Also possible (for desktops at least):</a:t>
            </a:r>
          </a:p>
          <a:p>
            <a:pPr lvl="1"/>
            <a:r>
              <a:rPr lang="en-US" dirty="0"/>
              <a:t>RDP</a:t>
            </a:r>
          </a:p>
          <a:p>
            <a:pPr lvl="1"/>
            <a:r>
              <a:rPr lang="en-US" dirty="0"/>
              <a:t>VNC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37206-D9E5-1590-C324-53FAD70713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9E453-90D5-80DC-8A84-B9481F47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054" y="1535662"/>
            <a:ext cx="4206777" cy="276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2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2898-70D7-505C-5919-C935C092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lots of choices…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3C8EE-B328-B6CB-C43D-E8CDF7168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Start (and perhaps stay) simple:</a:t>
            </a:r>
          </a:p>
          <a:p>
            <a:pPr lvl="1"/>
            <a:r>
              <a:rPr lang="en-US" dirty="0"/>
              <a:t>Let the distribution you use determine your choices</a:t>
            </a:r>
          </a:p>
          <a:p>
            <a:pPr lvl="1"/>
            <a:r>
              <a:rPr lang="en-US" dirty="0"/>
              <a:t>Stick with defaults</a:t>
            </a:r>
          </a:p>
          <a:p>
            <a:pPr lvl="1"/>
            <a:r>
              <a:rPr lang="en-US" dirty="0"/>
              <a:t>Tweak if necessary</a:t>
            </a:r>
          </a:p>
          <a:p>
            <a:r>
              <a:rPr lang="en-US" dirty="0"/>
              <a:t>Add on top (e.g. additional packages and apps)</a:t>
            </a:r>
          </a:p>
          <a:p>
            <a:pPr lvl="1"/>
            <a:r>
              <a:rPr lang="en-US" dirty="0"/>
              <a:t>SMB, CIFS for interaction with Windows devices</a:t>
            </a:r>
          </a:p>
          <a:p>
            <a:pPr lvl="1"/>
            <a:r>
              <a:rPr lang="en-US" dirty="0"/>
              <a:t>Chrome if you don’t want Firefox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5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ED10-54DD-4023-9315-ED3CD119C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Linux PC lifecycle</a:t>
            </a:r>
          </a:p>
        </p:txBody>
      </p:sp>
    </p:spTree>
    <p:extLst>
      <p:ext uri="{BB962C8B-B14F-4D97-AF65-F5344CB8AC3E}">
        <p14:creationId xmlns:p14="http://schemas.microsoft.com/office/powerpoint/2010/main" val="340351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BB4BB25-4773-B04E-9657-C8683AC5B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7581188"/>
              </p:ext>
            </p:extLst>
          </p:nvPr>
        </p:nvGraphicFramePr>
        <p:xfrm>
          <a:off x="457200" y="51470"/>
          <a:ext cx="8229600" cy="5092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57DD14D7-3880-605E-7FBE-6CB6AB15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the lifecycle of a PC</a:t>
            </a:r>
          </a:p>
        </p:txBody>
      </p:sp>
    </p:spTree>
    <p:extLst>
      <p:ext uri="{BB962C8B-B14F-4D97-AF65-F5344CB8AC3E}">
        <p14:creationId xmlns:p14="http://schemas.microsoft.com/office/powerpoint/2010/main" val="889525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F75B-EE7A-5855-298C-7642D76E3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Linux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6B870-3C77-30CC-CA71-17A18F7E93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Yes, you can use an ISO and do an interactive install</a:t>
            </a:r>
          </a:p>
          <a:p>
            <a:pPr lvl="1"/>
            <a:r>
              <a:rPr lang="en-US" dirty="0"/>
              <a:t>Generally, GUI-based for desktops, text-based for servers</a:t>
            </a:r>
          </a:p>
          <a:p>
            <a:pPr lvl="1"/>
            <a:r>
              <a:rPr lang="en-US" dirty="0"/>
              <a:t>Distros use different installers (of course they do)</a:t>
            </a:r>
          </a:p>
          <a:p>
            <a:r>
              <a:rPr lang="en-US" dirty="0"/>
              <a:t>Great for one-offs…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5F124-CA20-A2BA-B85E-28B67FD21A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7E395-84D7-79D4-615E-03E953031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946" y="1530515"/>
            <a:ext cx="3352689" cy="25145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4F39E-DF71-6ACE-8EED-BF073BAE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157" y="2787774"/>
            <a:ext cx="2963168" cy="22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41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D94A8-BE4E-8512-0D05-D5BA652B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Unattended installations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AD568-36BD-4E74-E5FF-0DD67A0B4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Redhat</a:t>
            </a:r>
            <a:r>
              <a:rPr lang="en-US" dirty="0"/>
              <a:t> (and family):</a:t>
            </a:r>
          </a:p>
          <a:p>
            <a:pPr lvl="1"/>
            <a:r>
              <a:rPr lang="en-US" dirty="0"/>
              <a:t>Anaconda with Kickstart scripts for automation</a:t>
            </a:r>
          </a:p>
          <a:p>
            <a:r>
              <a:rPr lang="en-US" dirty="0"/>
              <a:t>Ubuntu:</a:t>
            </a:r>
          </a:p>
          <a:p>
            <a:pPr lvl="1"/>
            <a:r>
              <a:rPr lang="en-US" dirty="0" err="1"/>
              <a:t>Subiquity</a:t>
            </a:r>
            <a:r>
              <a:rPr lang="en-US" dirty="0"/>
              <a:t> installer with </a:t>
            </a:r>
            <a:r>
              <a:rPr lang="en-US" dirty="0" err="1"/>
              <a:t>Autoinstall</a:t>
            </a:r>
            <a:r>
              <a:rPr lang="en-US" dirty="0"/>
              <a:t> answer file</a:t>
            </a:r>
          </a:p>
          <a:p>
            <a:r>
              <a:rPr lang="en-US" dirty="0"/>
              <a:t>OpenSUSE:</a:t>
            </a:r>
          </a:p>
          <a:p>
            <a:pPr lvl="1"/>
            <a:r>
              <a:rPr lang="en-US" dirty="0" err="1"/>
              <a:t>AutoYaST</a:t>
            </a:r>
            <a:r>
              <a:rPr lang="en-US" dirty="0"/>
              <a:t> installer with control file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1851D0-5F27-96E9-A45D-74D5E7F98B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167D98-5E0A-4249-AC5F-153BEC5D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53" y="1275606"/>
            <a:ext cx="3784630" cy="3505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03C5C-97C8-0FA2-7FC7-DDEC98DE1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50" y="1650368"/>
            <a:ext cx="3578790" cy="3302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48316C-7EF9-ACF8-CE27-BB17FC1D6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390" y="1851670"/>
            <a:ext cx="3291830" cy="329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1063-11C1-F4D5-1268-2E103BF2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”something like Windows PE”?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B236A-7362-F14C-B931-CF4B45D82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can create custom “live” Linux images that run from a </a:t>
            </a:r>
            <a:r>
              <a:rPr lang="en-US" dirty="0" err="1"/>
              <a:t>RAMdisk</a:t>
            </a:r>
            <a:endParaRPr lang="en-US" dirty="0"/>
          </a:p>
          <a:p>
            <a:pPr lvl="1"/>
            <a:r>
              <a:rPr lang="en-US" dirty="0"/>
              <a:t>Fedora (</a:t>
            </a:r>
            <a:r>
              <a:rPr lang="en-US" dirty="0" err="1"/>
              <a:t>Redhat</a:t>
            </a:r>
            <a:r>
              <a:rPr lang="en-US" dirty="0"/>
              <a:t>) is a popular choice</a:t>
            </a:r>
          </a:p>
          <a:p>
            <a:pPr lvl="1"/>
            <a:r>
              <a:rPr lang="en-US" dirty="0" err="1"/>
              <a:t>livemedia</a:t>
            </a:r>
            <a:r>
              <a:rPr lang="en-US" dirty="0"/>
              <a:t>-creator to help limit what is included</a:t>
            </a:r>
          </a:p>
          <a:p>
            <a:pPr lvl="1"/>
            <a:r>
              <a:rPr lang="en-US" dirty="0"/>
              <a:t>Boot via PXE or media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C895167-ADBB-10C8-ED00-EE7341133C92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B74DF-3FC4-6E42-E576-8D2DB79D9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09"/>
          <a:stretch>
            <a:fillRect/>
          </a:stretch>
        </p:blipFill>
        <p:spPr>
          <a:xfrm>
            <a:off x="4485484" y="1765723"/>
            <a:ext cx="4678288" cy="225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31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A06E-53C9-6746-617B-6BB223C1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Unattended installation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B6A09-6B8A-693B-689E-59762611C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C88980B-CFF9-20D4-79F2-B6F7AEBD7877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mnissa RHEL 10.2.mp4">
            <a:hlinkClick r:id="" action="ppaction://media"/>
            <a:extLst>
              <a:ext uri="{FF2B5EF4-FFF2-40B4-BE49-F238E27FC236}">
                <a16:creationId xmlns:a16="http://schemas.microsoft.com/office/drawing/2014/main" id="{1B0D8031-1542-5863-56CF-AE1E4C294D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7200" y="1434021"/>
            <a:ext cx="4128392" cy="3096294"/>
          </a:xfrm>
          <a:prstGeom prst="rect">
            <a:avLst/>
          </a:prstGeom>
        </p:spPr>
      </p:pic>
      <p:pic>
        <p:nvPicPr>
          <p:cNvPr id="7" name="Ubuntu with Entra.mp4">
            <a:hlinkClick r:id="" action="ppaction://media"/>
            <a:extLst>
              <a:ext uri="{FF2B5EF4-FFF2-40B4-BE49-F238E27FC236}">
                <a16:creationId xmlns:a16="http://schemas.microsoft.com/office/drawing/2014/main" id="{E232D186-D856-E744-69D4-495EAB507F8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16463" y="1440841"/>
            <a:ext cx="4128392" cy="309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7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1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339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0A11-EE5D-DFC3-EC96-8224BBE7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image-based deployments?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487E6-93E3-799A-D51E-5F97488193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There are a variety of imaging tools (no surprise there) to capture and restore:</a:t>
            </a:r>
          </a:p>
          <a:p>
            <a:pPr lvl="1"/>
            <a:r>
              <a:rPr lang="en-US" dirty="0" err="1"/>
              <a:t>Partclone</a:t>
            </a:r>
            <a:endParaRPr lang="en-US" dirty="0"/>
          </a:p>
          <a:p>
            <a:pPr lvl="1"/>
            <a:r>
              <a:rPr lang="en-US" dirty="0" err="1"/>
              <a:t>Partimage</a:t>
            </a:r>
            <a:endParaRPr lang="en-US" dirty="0"/>
          </a:p>
          <a:p>
            <a:pPr lvl="1"/>
            <a:r>
              <a:rPr lang="en-US" dirty="0" err="1"/>
              <a:t>FSArchiver</a:t>
            </a:r>
            <a:endParaRPr lang="en-US" dirty="0"/>
          </a:p>
          <a:p>
            <a:pPr lvl="1"/>
            <a:r>
              <a:rPr lang="en-US" dirty="0"/>
              <a:t>dd (ick)</a:t>
            </a:r>
          </a:p>
          <a:p>
            <a:pPr lvl="1"/>
            <a:r>
              <a:rPr lang="en-US" dirty="0" err="1"/>
              <a:t>Clonezilla</a:t>
            </a:r>
            <a:r>
              <a:rPr lang="en-US" dirty="0"/>
              <a:t> (more of a wrapper over the tools)</a:t>
            </a:r>
          </a:p>
          <a:p>
            <a:pPr lvl="1"/>
            <a:r>
              <a:rPr lang="en-US" dirty="0"/>
              <a:t>FOG Project (a wrapper too, but also more of a full deployment solution)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EA302-1EFA-7E32-3058-2EDF59035C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Images are pre-built for VMs, containers, etc. but not for physical devices</a:t>
            </a:r>
          </a:p>
          <a:p>
            <a:r>
              <a:rPr lang="en-US" sz="1600" dirty="0"/>
              <a:t>Some file systems don’t play well with some imaging tools (e.g. </a:t>
            </a:r>
            <a:r>
              <a:rPr lang="en-US" sz="1600" dirty="0" err="1"/>
              <a:t>Btrfs</a:t>
            </a:r>
            <a:r>
              <a:rPr lang="en-US" sz="1600" dirty="0"/>
              <a:t>)</a:t>
            </a:r>
          </a:p>
          <a:p>
            <a:r>
              <a:rPr lang="en-US" sz="1600" dirty="0"/>
              <a:t>Sector-based images create some challenges</a:t>
            </a:r>
          </a:p>
          <a:p>
            <a:r>
              <a:rPr lang="en-US" sz="1600" dirty="0"/>
              <a:t>There’s no “</a:t>
            </a:r>
            <a:r>
              <a:rPr lang="en-US" sz="1600" dirty="0" err="1"/>
              <a:t>Sysprep</a:t>
            </a:r>
            <a:r>
              <a:rPr lang="en-US" sz="1600" dirty="0"/>
              <a:t>” for Linux, but there is an equivalent that does more…</a:t>
            </a:r>
          </a:p>
        </p:txBody>
      </p:sp>
    </p:spTree>
    <p:extLst>
      <p:ext uri="{BB962C8B-B14F-4D97-AF65-F5344CB8AC3E}">
        <p14:creationId xmlns:p14="http://schemas.microsoft.com/office/powerpoint/2010/main" val="487806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E33E-FEFA-E1F1-633C-22849618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drivers?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BA82F-B85E-A8BF-BFDA-7CCF62062E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Most are installed by default</a:t>
            </a:r>
          </a:p>
          <a:p>
            <a:pPr lvl="1"/>
            <a:r>
              <a:rPr lang="en-US" dirty="0"/>
              <a:t>Exceptions: anything closed-source, e.g. video drivers</a:t>
            </a:r>
          </a:p>
          <a:p>
            <a:pPr lvl="1"/>
            <a:r>
              <a:rPr lang="en-US" dirty="0"/>
              <a:t>It may be necessary to add additional repositories to pull from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86ABB-B222-365D-12FB-35DABCCF2F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There are still challenges:</a:t>
            </a:r>
          </a:p>
          <a:p>
            <a:pPr lvl="1"/>
            <a:r>
              <a:rPr lang="en-US" dirty="0" err="1"/>
              <a:t>initrd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8D292-C160-3AA1-1963-EEC37EEF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90" y="3219822"/>
            <a:ext cx="4608512" cy="152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91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0D7B-5E61-01F0-E82F-D20F9584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after the OS is installed?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0D5F4-F08E-D29B-9AA6-0EE31D93DE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Each installer provides a way to run things once in the new OS (via chroot too)</a:t>
            </a:r>
          </a:p>
          <a:p>
            <a:r>
              <a:rPr lang="en-US" dirty="0"/>
              <a:t>But for consistency, you can use cloud-</a:t>
            </a:r>
            <a:r>
              <a:rPr lang="en-US" dirty="0" err="1"/>
              <a:t>init</a:t>
            </a:r>
            <a:r>
              <a:rPr lang="en-US" dirty="0"/>
              <a:t>, even when not in the cloud</a:t>
            </a:r>
          </a:p>
          <a:p>
            <a:r>
              <a:rPr lang="en-US" dirty="0"/>
              <a:t>And that’s a cool thing…</a:t>
            </a:r>
          </a:p>
          <a:p>
            <a:pPr lvl="1"/>
            <a:r>
              <a:rPr lang="en-US" dirty="0"/>
              <a:t>Runs once on each new device</a:t>
            </a:r>
          </a:p>
          <a:p>
            <a:pPr lvl="1"/>
            <a:r>
              <a:rPr lang="en-US" dirty="0"/>
              <a:t>Handles typical configuration tasks</a:t>
            </a:r>
          </a:p>
          <a:p>
            <a:pPr lvl="1"/>
            <a:r>
              <a:rPr lang="en-US" dirty="0"/>
              <a:t>Same thing </a:t>
            </a:r>
            <a:r>
              <a:rPr lang="en-US"/>
              <a:t>used with new cloud VMs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9C67F-0954-9FE0-5E52-A22CE66042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F45ED-C9BB-47B4-48D3-D34E1FCF4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531" y="1532945"/>
            <a:ext cx="5187472" cy="324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7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6F15-2D06-6856-644D-B3AEF508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PowerShell on Linux?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87F27-3AB7-E1D0-6228-F9D45DCE3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Great to have, but OS-related cmdlets are few</a:t>
            </a:r>
          </a:p>
          <a:p>
            <a:pPr lvl="1"/>
            <a:r>
              <a:rPr lang="en-US" dirty="0"/>
              <a:t>Linux admins prefer command-line tools</a:t>
            </a:r>
          </a:p>
          <a:p>
            <a:pPr lvl="1"/>
            <a:r>
              <a:rPr lang="en-US" dirty="0"/>
              <a:t>PowerShell Crescendo for wrapping commands is possible, but hasn’t gained popularity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774E3-6417-9346-BA76-C3B9734CA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C0508-9CF6-B9E6-8006-24E1DEE4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3687"/>
            <a:ext cx="4403328" cy="330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12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1208-2CD4-4895-E539-AD4CEDDB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Secure Boot?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590BD-62C8-7D6B-E384-B6C373757C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Linux fully supports Secure Boot</a:t>
            </a:r>
          </a:p>
          <a:p>
            <a:pPr lvl="1"/>
            <a:r>
              <a:rPr lang="en-US" dirty="0"/>
              <a:t>Secure Core PCs only enable Windows by default, so tweak the firmware settings</a:t>
            </a:r>
          </a:p>
          <a:p>
            <a:pPr lvl="1"/>
            <a:r>
              <a:rPr lang="en-US" dirty="0"/>
              <a:t>Hyper-V allows “either” Windows or Linux, but not both (turn off Secure Boot as a workaround)</a:t>
            </a:r>
          </a:p>
          <a:p>
            <a:pPr lvl="1"/>
            <a:r>
              <a:rPr lang="en-US" dirty="0"/>
              <a:t>Read up on </a:t>
            </a:r>
            <a:r>
              <a:rPr lang="en-US" dirty="0" err="1"/>
              <a:t>shim.efi</a:t>
            </a:r>
            <a:r>
              <a:rPr lang="en-US" dirty="0"/>
              <a:t>, </a:t>
            </a:r>
            <a:r>
              <a:rPr lang="en-US" dirty="0" err="1"/>
              <a:t>moq</a:t>
            </a:r>
            <a:r>
              <a:rPr lang="en-US" dirty="0"/>
              <a:t>, etc. (but it’s usually easy)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0C79C-B8F6-B5D4-1B2C-0F4B736E6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1037A-55A1-6A13-D536-40709400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3687"/>
            <a:ext cx="3907920" cy="291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26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5256-99D4-F3F4-21C8-10C0F727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authentication?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84DE3-B4AC-9DD9-A511-E41228BA09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NIS+</a:t>
            </a:r>
          </a:p>
          <a:p>
            <a:pPr lvl="1"/>
            <a:r>
              <a:rPr lang="en-US" dirty="0"/>
              <a:t>Old Sun protocol, out of favor</a:t>
            </a:r>
          </a:p>
          <a:p>
            <a:r>
              <a:rPr lang="en-US" dirty="0"/>
              <a:t>LDAP</a:t>
            </a:r>
          </a:p>
          <a:p>
            <a:pPr lvl="1"/>
            <a:r>
              <a:rPr lang="en-US" dirty="0"/>
              <a:t>Commonly used</a:t>
            </a:r>
          </a:p>
          <a:p>
            <a:r>
              <a:rPr lang="en-US" b="1" dirty="0">
                <a:highlight>
                  <a:srgbClr val="FFFF00"/>
                </a:highlight>
              </a:rPr>
              <a:t>Active Directory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Full Kerberos support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Even some GPO/ADCS support</a:t>
            </a:r>
          </a:p>
          <a:p>
            <a:r>
              <a:rPr lang="en-US" dirty="0"/>
              <a:t>Entra ID</a:t>
            </a:r>
          </a:p>
          <a:p>
            <a:pPr lvl="1"/>
            <a:r>
              <a:rPr lang="en-US" dirty="0"/>
              <a:t>Using PAM </a:t>
            </a:r>
            <a:r>
              <a:rPr lang="en-US" dirty="0" err="1"/>
              <a:t>AuthD</a:t>
            </a:r>
            <a:r>
              <a:rPr lang="en-US" dirty="0"/>
              <a:t> or LDAP</a:t>
            </a:r>
          </a:p>
          <a:p>
            <a:r>
              <a:rPr lang="en-US" dirty="0"/>
              <a:t>Google accounts</a:t>
            </a:r>
          </a:p>
          <a:p>
            <a:pPr lvl="1"/>
            <a:r>
              <a:rPr lang="en-US" dirty="0"/>
              <a:t>Using PAM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0A705-A839-7D1F-4536-DBC290B488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9C608-4281-BB7C-4E29-9EF113CC8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74" y="1564318"/>
            <a:ext cx="4595284" cy="344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09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5256-99D4-F3F4-21C8-10C0F727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authentication?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84DE3-B4AC-9DD9-A511-E41228BA09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NIS+</a:t>
            </a:r>
          </a:p>
          <a:p>
            <a:pPr lvl="1"/>
            <a:r>
              <a:rPr lang="en-US" dirty="0"/>
              <a:t>Old Sun protocol, out of favor</a:t>
            </a:r>
          </a:p>
          <a:p>
            <a:r>
              <a:rPr lang="en-US" dirty="0"/>
              <a:t>LDAP</a:t>
            </a:r>
          </a:p>
          <a:p>
            <a:pPr lvl="1"/>
            <a:r>
              <a:rPr lang="en-US" dirty="0"/>
              <a:t>Commonly used</a:t>
            </a:r>
          </a:p>
          <a:p>
            <a:r>
              <a:rPr lang="en-US" dirty="0"/>
              <a:t>Active Directory</a:t>
            </a:r>
          </a:p>
          <a:p>
            <a:pPr lvl="1"/>
            <a:r>
              <a:rPr lang="en-US" dirty="0"/>
              <a:t>Full Kerberos support</a:t>
            </a:r>
          </a:p>
          <a:p>
            <a:pPr lvl="1"/>
            <a:r>
              <a:rPr lang="en-US" dirty="0"/>
              <a:t>Even some GPO/ADCS support</a:t>
            </a:r>
          </a:p>
          <a:p>
            <a:r>
              <a:rPr lang="en-US" dirty="0">
                <a:highlight>
                  <a:srgbClr val="FFFF00"/>
                </a:highlight>
              </a:rPr>
              <a:t>Entra ID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Using PAM </a:t>
            </a:r>
            <a:r>
              <a:rPr lang="en-US" dirty="0" err="1">
                <a:highlight>
                  <a:srgbClr val="FFFF00"/>
                </a:highlight>
              </a:rPr>
              <a:t>AuthD</a:t>
            </a:r>
            <a:r>
              <a:rPr lang="en-US" dirty="0">
                <a:highlight>
                  <a:srgbClr val="FFFF00"/>
                </a:highlight>
              </a:rPr>
              <a:t> or LDAP</a:t>
            </a:r>
          </a:p>
          <a:p>
            <a:r>
              <a:rPr lang="en-US" dirty="0"/>
              <a:t>Google accounts</a:t>
            </a:r>
          </a:p>
          <a:p>
            <a:pPr lvl="1"/>
            <a:r>
              <a:rPr lang="en-US" dirty="0"/>
              <a:t>Using PAM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0A705-A839-7D1F-4536-DBC290B488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Ubuntu Entra auth only.mp4">
            <a:hlinkClick r:id="" action="ppaction://media"/>
            <a:extLst>
              <a:ext uri="{FF2B5EF4-FFF2-40B4-BE49-F238E27FC236}">
                <a16:creationId xmlns:a16="http://schemas.microsoft.com/office/drawing/2014/main" id="{407A1C7A-9DB0-F1F8-1E1D-669422F856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83774" y="1469926"/>
            <a:ext cx="4445429" cy="333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6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660BD-3ADB-B963-648B-77BE9B41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76C2-E84E-258A-9B30-78DB1F06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management?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AF89D-D10F-6FE0-E630-3BBAF27B8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Clients:</a:t>
            </a:r>
          </a:p>
          <a:p>
            <a:pPr lvl="1"/>
            <a:r>
              <a:rPr lang="en-US" dirty="0"/>
              <a:t>Pets</a:t>
            </a:r>
          </a:p>
          <a:p>
            <a:pPr lvl="1"/>
            <a:r>
              <a:rPr lang="en-US" dirty="0"/>
              <a:t>Roaming devices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Intune</a:t>
            </a:r>
          </a:p>
          <a:p>
            <a:pPr lvl="1"/>
            <a:r>
              <a:rPr lang="en-US" dirty="0" err="1"/>
              <a:t>Omnissa</a:t>
            </a:r>
            <a:r>
              <a:rPr lang="en-US" dirty="0"/>
              <a:t> Workspace 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E9C12-B918-E8AF-A76B-A274E96685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Servers:</a:t>
            </a:r>
          </a:p>
          <a:p>
            <a:pPr lvl="1"/>
            <a:r>
              <a:rPr lang="en-US" dirty="0"/>
              <a:t>Cattle</a:t>
            </a:r>
          </a:p>
          <a:p>
            <a:pPr lvl="1"/>
            <a:r>
              <a:rPr lang="en-US" dirty="0"/>
              <a:t>”Infrastructure as Code”</a:t>
            </a:r>
          </a:p>
          <a:p>
            <a:pPr lvl="1"/>
            <a:r>
              <a:rPr lang="en-US" dirty="0"/>
              <a:t>Well-connected devices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Puppet</a:t>
            </a:r>
          </a:p>
          <a:p>
            <a:pPr lvl="1"/>
            <a:r>
              <a:rPr lang="en-US" dirty="0"/>
              <a:t>Chef</a:t>
            </a:r>
          </a:p>
          <a:p>
            <a:pPr lvl="1"/>
            <a:r>
              <a:rPr lang="en-US" dirty="0"/>
              <a:t>Ansible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614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D601-49F5-30B0-DEB0-D2FFB026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FA073-FB71-E006-C802-CC4866215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059D-3F3B-E0E3-9E58-CE363FF047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Enrollment can be completely automated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AB73C-3A00-251E-BD84-C5B4D3E4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4" y="1494447"/>
            <a:ext cx="3939819" cy="28775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E04C9-B171-CC37-F701-416F544AE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46" y="2355726"/>
            <a:ext cx="7772400" cy="154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0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1ED8-7F77-4E33-036F-81870C11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177AF-94FD-F3C0-793B-28FF47F909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Needed packages can be automatically installed</a:t>
            </a:r>
          </a:p>
          <a:p>
            <a:r>
              <a:rPr lang="en-US" dirty="0"/>
              <a:t>User completes the enrollment manually</a:t>
            </a:r>
          </a:p>
          <a:p>
            <a:pPr lvl="1"/>
            <a:r>
              <a:rPr lang="en-US" dirty="0"/>
              <a:t>No bulk enrollment support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62F37-3764-E7DD-AE35-233911A0FA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8684D-292B-F1F5-BFDE-701CF57F0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2937420"/>
            <a:ext cx="6480720" cy="1362522"/>
          </a:xfrm>
          <a:prstGeom prst="rect">
            <a:avLst/>
          </a:prstGeom>
        </p:spPr>
      </p:pic>
      <p:pic>
        <p:nvPicPr>
          <p:cNvPr id="5" name="Intune Linux.mp4">
            <a:hlinkClick r:id="" action="ppaction://media"/>
            <a:extLst>
              <a:ext uri="{FF2B5EF4-FFF2-40B4-BE49-F238E27FC236}">
                <a16:creationId xmlns:a16="http://schemas.microsoft.com/office/drawing/2014/main" id="{F8CA66C5-5180-2CA5-7A5D-AE45DFF161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72000" y="1469926"/>
            <a:ext cx="4445429" cy="333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7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3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BCC7-1EDF-0CD9-A29B-EE377A0FF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6EEE-F192-393C-B40A-3C8847F5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patching?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495A2-F588-C8A0-2003-96D8F0CBC6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Fairly straight-forward:</a:t>
            </a:r>
          </a:p>
          <a:p>
            <a:pPr lvl="1"/>
            <a:r>
              <a:rPr lang="en-US" dirty="0"/>
              <a:t>Using the package manager to update to the latest(–</a:t>
            </a:r>
            <a:r>
              <a:rPr lang="en-US" dirty="0" err="1"/>
              <a:t>ish</a:t>
            </a:r>
            <a:r>
              <a:rPr lang="en-US" dirty="0"/>
              <a:t>) packages</a:t>
            </a:r>
          </a:p>
          <a:p>
            <a:pPr lvl="1"/>
            <a:r>
              <a:rPr lang="en-US" dirty="0"/>
              <a:t>Upgrading to later versions</a:t>
            </a:r>
          </a:p>
          <a:p>
            <a:pPr lvl="1"/>
            <a:r>
              <a:rPr lang="en-US" dirty="0"/>
              <a:t>Upgrading apps</a:t>
            </a:r>
          </a:p>
          <a:p>
            <a:pPr lvl="1"/>
            <a:r>
              <a:rPr lang="en-US" dirty="0"/>
              <a:t>Easy for management tools to handle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6B453-0BC8-17A8-C329-76843E680C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0AB47-F636-282E-5872-059C89AC1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337" y="1492067"/>
            <a:ext cx="3717079" cy="274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14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AAC5-B74E-FFC2-8A5A-CCF0F1F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apps?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D4C7C-5817-9153-4A60-90D5041B56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Apps can be delivered in different ways</a:t>
            </a:r>
          </a:p>
          <a:p>
            <a:pPr lvl="1"/>
            <a:r>
              <a:rPr lang="en-US" dirty="0"/>
              <a:t>Packages</a:t>
            </a:r>
          </a:p>
          <a:p>
            <a:pPr lvl="1"/>
            <a:r>
              <a:rPr lang="en-US" dirty="0"/>
              <a:t>Flatpacks</a:t>
            </a:r>
          </a:p>
          <a:p>
            <a:pPr lvl="2"/>
            <a:r>
              <a:rPr lang="en-US" dirty="0" err="1"/>
              <a:t>Redhat</a:t>
            </a:r>
            <a:r>
              <a:rPr lang="en-US" dirty="0"/>
              <a:t>-sponsored</a:t>
            </a:r>
          </a:p>
          <a:p>
            <a:pPr lvl="1"/>
            <a:r>
              <a:rPr lang="en-US" dirty="0"/>
              <a:t>Snaps</a:t>
            </a:r>
          </a:p>
          <a:p>
            <a:pPr lvl="2"/>
            <a:r>
              <a:rPr lang="en-US" dirty="0"/>
              <a:t>Ubuntu-sponsored</a:t>
            </a:r>
          </a:p>
          <a:p>
            <a:pPr lvl="1"/>
            <a:r>
              <a:rPr lang="en-US" dirty="0"/>
              <a:t>Homebrew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243BB-A927-B8E0-58E0-DC6C44D0BC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AC1B3-9CD6-7FA8-8F76-F87E9304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563686"/>
            <a:ext cx="4419778" cy="33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50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7C38-3706-5198-EB0A-1C36FA12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repurposing or disposal?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706DE-DD40-AB2C-0827-1FC7E2ED8C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There is no “reset”-like functionality</a:t>
            </a:r>
          </a:p>
          <a:p>
            <a:pPr lvl="1"/>
            <a:r>
              <a:rPr lang="en-US" dirty="0"/>
              <a:t>If you need a clean system, reimage it</a:t>
            </a:r>
          </a:p>
          <a:p>
            <a:r>
              <a:rPr lang="en-US" dirty="0"/>
              <a:t>Boot into a “live” image and use “shred” to erase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9177E-15A5-F010-21C3-22BC247579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14AFD-714C-E9CC-7CBD-3A9587BF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31" y="1458712"/>
            <a:ext cx="3367430" cy="358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05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3CA2-3B17-FE61-2CA2-C8B57DA6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questions?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96B75-541F-791E-22FA-79ADE9576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76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072047"/>
      </p:ext>
    </p:extLst>
  </p:cSld>
  <p:clrMapOvr>
    <a:masterClrMapping/>
  </p:clrMapOvr>
</p:sld>
</file>

<file path=ppt/theme/theme1.xml><?xml version="1.0" encoding="utf-8"?>
<a:theme xmlns:a="http://schemas.openxmlformats.org/drawingml/2006/main" name="PPT-mal_NIC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1">
      <a:majorFont>
        <a:latin typeface="Figtree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cd07d0-0a4a-468d-8d2c-4a3699fc152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0606D0306B414485AB0ED919BE5093" ma:contentTypeVersion="9" ma:contentTypeDescription="Opprett et nytt dokument." ma:contentTypeScope="" ma:versionID="86e9e4850e235c65c8f7baa53c7b85b0">
  <xsd:schema xmlns:xsd="http://www.w3.org/2001/XMLSchema" xmlns:xs="http://www.w3.org/2001/XMLSchema" xmlns:p="http://schemas.microsoft.com/office/2006/metadata/properties" xmlns:ns2="aecd07d0-0a4a-468d-8d2c-4a3699fc1520" targetNamespace="http://schemas.microsoft.com/office/2006/metadata/properties" ma:root="true" ma:fieldsID="4fc96f60fa9e8a66d91aa9b5ee3560b2" ns2:_="">
    <xsd:import namespace="aecd07d0-0a4a-468d-8d2c-4a3699fc15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d07d0-0a4a-468d-8d2c-4a3699fc1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a82fb023-be25-41c8-82b3-54dea1880b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04F62A-926D-496C-8752-68B7680A57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98BBD6-4872-427A-8421-76B5D6EEA5AB}">
  <ds:schemaRefs>
    <ds:schemaRef ds:uri="http://schemas.microsoft.com/office/2006/metadata/properties"/>
    <ds:schemaRef ds:uri="http://schemas.microsoft.com/office/infopath/2007/PartnerControls"/>
    <ds:schemaRef ds:uri="aecd07d0-0a4a-468d-8d2c-4a3699fc1520"/>
  </ds:schemaRefs>
</ds:datastoreItem>
</file>

<file path=customXml/itemProps3.xml><?xml version="1.0" encoding="utf-8"?>
<ds:datastoreItem xmlns:ds="http://schemas.openxmlformats.org/officeDocument/2006/customXml" ds:itemID="{A95E7B90-D9B1-4401-9CFA-9F79C1459A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cd07d0-0a4a-468d-8d2c-4a3699fc15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PPT-mal_NIC.potx</Template>
  <TotalTime>5564</TotalTime>
  <Words>1293</Words>
  <Application>Microsoft Macintosh PowerPoint</Application>
  <PresentationFormat>On-screen Show (16:9)</PresentationFormat>
  <Paragraphs>241</Paragraphs>
  <Slides>36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IBM Plex Sans</vt:lpstr>
      <vt:lpstr>Calibri</vt:lpstr>
      <vt:lpstr>Arial</vt:lpstr>
      <vt:lpstr>Roboto Medium</vt:lpstr>
      <vt:lpstr>PPT-mal_NIC</vt:lpstr>
      <vt:lpstr>PowerPoint Presentation</vt:lpstr>
      <vt:lpstr>Michael Niehaus Programme Director, 2Pint Software michaeln@2pintsoftware.com 2x ex-MVP</vt:lpstr>
      <vt:lpstr>Linux 101</vt:lpstr>
      <vt:lpstr>Linux quick history</vt:lpstr>
      <vt:lpstr>Linux architecture</vt:lpstr>
      <vt:lpstr>What is a Linux distribution?</vt:lpstr>
      <vt:lpstr>Linux server vs. desktop</vt:lpstr>
      <vt:lpstr>Let’s talk about file systems…</vt:lpstr>
      <vt:lpstr>…and disk encryption</vt:lpstr>
      <vt:lpstr>…and desktop environments</vt:lpstr>
      <vt:lpstr>..and shells</vt:lpstr>
      <vt:lpstr>…and package managers</vt:lpstr>
      <vt:lpstr>..and sudo</vt:lpstr>
      <vt:lpstr>What about remote administration?</vt:lpstr>
      <vt:lpstr>There are lots of choices…</vt:lpstr>
      <vt:lpstr>The Linux PC lifecycle</vt:lpstr>
      <vt:lpstr>Let’s start with the lifecycle of a PC</vt:lpstr>
      <vt:lpstr>Deploying Linux</vt:lpstr>
      <vt:lpstr>Unattended installations</vt:lpstr>
      <vt:lpstr>What about ”something like Windows PE”?</vt:lpstr>
      <vt:lpstr>Unattended installation</vt:lpstr>
      <vt:lpstr>What about image-based deployments?</vt:lpstr>
      <vt:lpstr>What about drivers?</vt:lpstr>
      <vt:lpstr>What about after the OS is installed?</vt:lpstr>
      <vt:lpstr>What about PowerShell on Linux?</vt:lpstr>
      <vt:lpstr>What about Secure Boot?</vt:lpstr>
      <vt:lpstr>What about authentication?</vt:lpstr>
      <vt:lpstr>What about authentication?</vt:lpstr>
      <vt:lpstr>What about management?</vt:lpstr>
      <vt:lpstr>Workspace ONE</vt:lpstr>
      <vt:lpstr>Intune</vt:lpstr>
      <vt:lpstr>What about patching?</vt:lpstr>
      <vt:lpstr>What about apps?</vt:lpstr>
      <vt:lpstr>What about repurposing or disposal?</vt:lpstr>
      <vt:lpstr>What about 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tn</dc:creator>
  <cp:lastModifiedBy>Michael Niehaus</cp:lastModifiedBy>
  <cp:revision>86</cp:revision>
  <dcterms:created xsi:type="dcterms:W3CDTF">2012-11-21T10:27:26Z</dcterms:created>
  <dcterms:modified xsi:type="dcterms:W3CDTF">2026-10-13T08:11:37Z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0x010100550606D0306B414485AB0ED919BE5093</vt:lpwstr>
  </property>
</Properties>
</file>