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256" r:id="rId5"/>
    <p:sldId id="263" r:id="rId6"/>
    <p:sldId id="2076137561" r:id="rId7"/>
    <p:sldId id="2076137562" r:id="rId8"/>
    <p:sldId id="358" r:id="rId9"/>
    <p:sldId id="369" r:id="rId10"/>
    <p:sldId id="370" r:id="rId11"/>
    <p:sldId id="371" r:id="rId12"/>
    <p:sldId id="2076137571" r:id="rId13"/>
    <p:sldId id="1686" r:id="rId14"/>
    <p:sldId id="2076137572" r:id="rId15"/>
    <p:sldId id="359" r:id="rId16"/>
    <p:sldId id="372" r:id="rId17"/>
    <p:sldId id="373" r:id="rId18"/>
    <p:sldId id="364" r:id="rId19"/>
    <p:sldId id="2076137565" r:id="rId20"/>
    <p:sldId id="2076137563" r:id="rId21"/>
    <p:sldId id="2076137566" r:id="rId22"/>
    <p:sldId id="380" r:id="rId23"/>
    <p:sldId id="360" r:id="rId24"/>
    <p:sldId id="2076137567" r:id="rId25"/>
    <p:sldId id="2076137564" r:id="rId26"/>
    <p:sldId id="382" r:id="rId27"/>
    <p:sldId id="363" r:id="rId28"/>
    <p:sldId id="365" r:id="rId29"/>
    <p:sldId id="374" r:id="rId30"/>
    <p:sldId id="375" r:id="rId31"/>
    <p:sldId id="366" r:id="rId32"/>
    <p:sldId id="2076137568" r:id="rId33"/>
    <p:sldId id="2076137569" r:id="rId34"/>
    <p:sldId id="367" r:id="rId35"/>
    <p:sldId id="377" r:id="rId36"/>
    <p:sldId id="378" r:id="rId37"/>
    <p:sldId id="368" r:id="rId38"/>
    <p:sldId id="2076137570" r:id="rId39"/>
    <p:sldId id="262" r:id="rId40"/>
  </p:sldIdLst>
  <p:sldSz cx="9144000" cy="5143500" type="screen16x9"/>
  <p:notesSz cx="6858000" cy="9144000"/>
  <p:embeddedFontLst>
    <p:embeddedFont>
      <p:font typeface="IBM Plex Sans" panose="020B0503050203000203" pitchFamily="34" charset="0"/>
      <p:regular r:id="rId43"/>
      <p:bold r:id="rId44"/>
      <p:italic r:id="rId45"/>
      <p:boldItalic r:id="rId46"/>
    </p:embeddedFont>
    <p:embeddedFont>
      <p:font typeface="Poppins" pitchFamily="2" charset="77"/>
      <p:regular r:id="rId47"/>
      <p:bold r:id="rId48"/>
      <p:italic r:id="rId49"/>
      <p:boldItalic r:id="rId50"/>
    </p:embeddedFont>
    <p:embeddedFont>
      <p:font typeface="Roboto Medium" panose="02000000000000000000" pitchFamily="2" charset="0"/>
      <p:regular r:id="rId51"/>
      <p:italic r:id="rId5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B1B"/>
    <a:srgbClr val="193233"/>
    <a:srgbClr val="98F8FE"/>
    <a:srgbClr val="B0FFFF"/>
    <a:srgbClr val="0A1523"/>
    <a:srgbClr val="ED2A24"/>
    <a:srgbClr val="D9FFFF"/>
    <a:srgbClr val="630991"/>
    <a:srgbClr val="0D000D"/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DB75F1-A57C-FB43-8B7A-D7BA5F012434}" v="2" dt="2026-10-13T08:13:21.625"/>
  </p1510:revLst>
</p1510:revInfo>
</file>

<file path=ppt/tableStyles.xml><?xml version="1.0" encoding="utf-8"?>
<a:tblStyleLst xmlns:a="http://schemas.openxmlformats.org/drawingml/2006/main" def="{5C22544A-7EE6-4342-B048-85BDC9FD1C3A}"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2" autoAdjust="0"/>
    <p:restoredTop sz="94606" autoAdjust="0"/>
  </p:normalViewPr>
  <p:slideViewPr>
    <p:cSldViewPr snapToObjects="1">
      <p:cViewPr varScale="1">
        <p:scale>
          <a:sx n="159" d="100"/>
          <a:sy n="159" d="100"/>
        </p:scale>
        <p:origin x="352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3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font" Target="fonts/font9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4.fntdata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7.fntdata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2.fntdata"/><Relationship Id="rId52" Type="http://schemas.openxmlformats.org/officeDocument/2006/relationships/font" Target="fonts/font10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Niehaus" userId="b6c278dd29e7d5bb" providerId="LiveId" clId="{3ECD899E-FC11-5A89-BB57-F8378BBE68C5}"/>
    <pc:docChg chg="undo custSel addSld delSld modSld">
      <pc:chgData name="Michael Niehaus" userId="b6c278dd29e7d5bb" providerId="LiveId" clId="{3ECD899E-FC11-5A89-BB57-F8378BBE68C5}" dt="2026-10-13T08:13:36.211" v="164" actId="1035"/>
      <pc:docMkLst>
        <pc:docMk/>
      </pc:docMkLst>
      <pc:sldChg chg="del">
        <pc:chgData name="Michael Niehaus" userId="b6c278dd29e7d5bb" providerId="LiveId" clId="{3ECD899E-FC11-5A89-BB57-F8378BBE68C5}" dt="2026-10-12T09:56:34.584" v="111" actId="2696"/>
        <pc:sldMkLst>
          <pc:docMk/>
          <pc:sldMk cId="340351180" sldId="257"/>
        </pc:sldMkLst>
      </pc:sldChg>
      <pc:sldChg chg="modSp mod">
        <pc:chgData name="Michael Niehaus" userId="b6c278dd29e7d5bb" providerId="LiveId" clId="{3ECD899E-FC11-5A89-BB57-F8378BBE68C5}" dt="2026-10-13T08:13:36.211" v="164" actId="1035"/>
        <pc:sldMkLst>
          <pc:docMk/>
          <pc:sldMk cId="3420552308" sldId="263"/>
        </pc:sldMkLst>
        <pc:spChg chg="mod">
          <ac:chgData name="Michael Niehaus" userId="b6c278dd29e7d5bb" providerId="LiveId" clId="{3ECD899E-FC11-5A89-BB57-F8378BBE68C5}" dt="2026-10-13T08:13:32.936" v="158" actId="1035"/>
          <ac:spMkLst>
            <pc:docMk/>
            <pc:sldMk cId="3420552308" sldId="263"/>
            <ac:spMk id="2" creationId="{14FC5DAF-8F57-46B2-9F41-B03F489CBDDB}"/>
          </ac:spMkLst>
        </pc:spChg>
        <pc:spChg chg="mod">
          <ac:chgData name="Michael Niehaus" userId="b6c278dd29e7d5bb" providerId="LiveId" clId="{3ECD899E-FC11-5A89-BB57-F8378BBE68C5}" dt="2026-10-13T08:13:36.211" v="164" actId="1035"/>
          <ac:spMkLst>
            <pc:docMk/>
            <pc:sldMk cId="3420552308" sldId="263"/>
            <ac:spMk id="3" creationId="{D944984C-634C-4ED0-B981-94C45DEC1281}"/>
          </ac:spMkLst>
        </pc:spChg>
        <pc:spChg chg="mod">
          <ac:chgData name="Michael Niehaus" userId="b6c278dd29e7d5bb" providerId="LiveId" clId="{3ECD899E-FC11-5A89-BB57-F8378BBE68C5}" dt="2026-10-12T09:56:16.099" v="89" actId="20577"/>
          <ac:spMkLst>
            <pc:docMk/>
            <pc:sldMk cId="3420552308" sldId="263"/>
            <ac:spMk id="4" creationId="{9D0D1FD9-032B-0D1B-0764-F6172D1582A8}"/>
          </ac:spMkLst>
        </pc:spChg>
      </pc:sldChg>
      <pc:sldChg chg="del">
        <pc:chgData name="Michael Niehaus" userId="b6c278dd29e7d5bb" providerId="LiveId" clId="{3ECD899E-FC11-5A89-BB57-F8378BBE68C5}" dt="2026-10-12T09:56:34.602" v="120" actId="2696"/>
        <pc:sldMkLst>
          <pc:docMk/>
          <pc:sldMk cId="889525721" sldId="272"/>
        </pc:sldMkLst>
      </pc:sldChg>
      <pc:sldChg chg="del">
        <pc:chgData name="Michael Niehaus" userId="b6c278dd29e7d5bb" providerId="LiveId" clId="{3ECD899E-FC11-5A89-BB57-F8378BBE68C5}" dt="2026-10-12T09:56:34.570" v="99" actId="2696"/>
        <pc:sldMkLst>
          <pc:docMk/>
          <pc:sldMk cId="1226729875" sldId="274"/>
        </pc:sldMkLst>
      </pc:sldChg>
      <pc:sldChg chg="del">
        <pc:chgData name="Michael Niehaus" userId="b6c278dd29e7d5bb" providerId="LiveId" clId="{3ECD899E-FC11-5A89-BB57-F8378BBE68C5}" dt="2026-10-12T09:56:34.584" v="110" actId="2696"/>
        <pc:sldMkLst>
          <pc:docMk/>
          <pc:sldMk cId="3491809989" sldId="275"/>
        </pc:sldMkLst>
      </pc:sldChg>
      <pc:sldChg chg="del">
        <pc:chgData name="Michael Niehaus" userId="b6c278dd29e7d5bb" providerId="LiveId" clId="{3ECD899E-FC11-5A89-BB57-F8378BBE68C5}" dt="2026-10-12T09:56:34.572" v="101" actId="2696"/>
        <pc:sldMkLst>
          <pc:docMk/>
          <pc:sldMk cId="4029087759" sldId="276"/>
        </pc:sldMkLst>
      </pc:sldChg>
      <pc:sldChg chg="del">
        <pc:chgData name="Michael Niehaus" userId="b6c278dd29e7d5bb" providerId="LiveId" clId="{3ECD899E-FC11-5A89-BB57-F8378BBE68C5}" dt="2026-10-12T09:56:34.597" v="115" actId="2696"/>
        <pc:sldMkLst>
          <pc:docMk/>
          <pc:sldMk cId="223078592" sldId="277"/>
        </pc:sldMkLst>
      </pc:sldChg>
      <pc:sldChg chg="del">
        <pc:chgData name="Michael Niehaus" userId="b6c278dd29e7d5bb" providerId="LiveId" clId="{3ECD899E-FC11-5A89-BB57-F8378BBE68C5}" dt="2026-10-12T09:56:34.606" v="126" actId="2696"/>
        <pc:sldMkLst>
          <pc:docMk/>
          <pc:sldMk cId="3447668296" sldId="278"/>
        </pc:sldMkLst>
      </pc:sldChg>
      <pc:sldChg chg="del">
        <pc:chgData name="Michael Niehaus" userId="b6c278dd29e7d5bb" providerId="LiveId" clId="{3ECD899E-FC11-5A89-BB57-F8378BBE68C5}" dt="2026-10-12T09:56:34.573" v="103" actId="2696"/>
        <pc:sldMkLst>
          <pc:docMk/>
          <pc:sldMk cId="4008741906" sldId="279"/>
        </pc:sldMkLst>
      </pc:sldChg>
      <pc:sldChg chg="del">
        <pc:chgData name="Michael Niehaus" userId="b6c278dd29e7d5bb" providerId="LiveId" clId="{3ECD899E-FC11-5A89-BB57-F8378BBE68C5}" dt="2026-10-12T09:56:34.575" v="108" actId="2696"/>
        <pc:sldMkLst>
          <pc:docMk/>
          <pc:sldMk cId="4029164229" sldId="280"/>
        </pc:sldMkLst>
      </pc:sldChg>
      <pc:sldChg chg="del">
        <pc:chgData name="Michael Niehaus" userId="b6c278dd29e7d5bb" providerId="LiveId" clId="{3ECD899E-FC11-5A89-BB57-F8378BBE68C5}" dt="2026-10-12T09:56:34.598" v="117" actId="2696"/>
        <pc:sldMkLst>
          <pc:docMk/>
          <pc:sldMk cId="1318873383" sldId="281"/>
        </pc:sldMkLst>
      </pc:sldChg>
      <pc:sldChg chg="del">
        <pc:chgData name="Michael Niehaus" userId="b6c278dd29e7d5bb" providerId="LiveId" clId="{3ECD899E-FC11-5A89-BB57-F8378BBE68C5}" dt="2026-10-12T09:56:34.603" v="122" actId="2696"/>
        <pc:sldMkLst>
          <pc:docMk/>
          <pc:sldMk cId="320316345" sldId="282"/>
        </pc:sldMkLst>
      </pc:sldChg>
      <pc:sldChg chg="del">
        <pc:chgData name="Michael Niehaus" userId="b6c278dd29e7d5bb" providerId="LiveId" clId="{3ECD899E-FC11-5A89-BB57-F8378BBE68C5}" dt="2026-10-12T09:56:34.574" v="106" actId="2696"/>
        <pc:sldMkLst>
          <pc:docMk/>
          <pc:sldMk cId="230917541" sldId="283"/>
        </pc:sldMkLst>
      </pc:sldChg>
      <pc:sldChg chg="del">
        <pc:chgData name="Michael Niehaus" userId="b6c278dd29e7d5bb" providerId="LiveId" clId="{3ECD899E-FC11-5A89-BB57-F8378BBE68C5}" dt="2026-10-12T09:56:34.575" v="107" actId="2696"/>
        <pc:sldMkLst>
          <pc:docMk/>
          <pc:sldMk cId="487806230" sldId="284"/>
        </pc:sldMkLst>
      </pc:sldChg>
      <pc:sldChg chg="del">
        <pc:chgData name="Michael Niehaus" userId="b6c278dd29e7d5bb" providerId="LiveId" clId="{3ECD899E-FC11-5A89-BB57-F8378BBE68C5}" dt="2026-10-12T09:56:34.598" v="116" actId="2696"/>
        <pc:sldMkLst>
          <pc:docMk/>
          <pc:sldMk cId="2267377026" sldId="285"/>
        </pc:sldMkLst>
      </pc:sldChg>
      <pc:sldChg chg="del">
        <pc:chgData name="Michael Niehaus" userId="b6c278dd29e7d5bb" providerId="LiveId" clId="{3ECD899E-FC11-5A89-BB57-F8378BBE68C5}" dt="2026-10-12T09:56:34.599" v="118" actId="2696"/>
        <pc:sldMkLst>
          <pc:docMk/>
          <pc:sldMk cId="489993894" sldId="286"/>
        </pc:sldMkLst>
      </pc:sldChg>
      <pc:sldChg chg="del">
        <pc:chgData name="Michael Niehaus" userId="b6c278dd29e7d5bb" providerId="LiveId" clId="{3ECD899E-FC11-5A89-BB57-F8378BBE68C5}" dt="2026-10-12T09:56:34.573" v="104" actId="2696"/>
        <pc:sldMkLst>
          <pc:docMk/>
          <pc:sldMk cId="2522055827" sldId="287"/>
        </pc:sldMkLst>
      </pc:sldChg>
      <pc:sldChg chg="del">
        <pc:chgData name="Michael Niehaus" userId="b6c278dd29e7d5bb" providerId="LiveId" clId="{3ECD899E-FC11-5A89-BB57-F8378BBE68C5}" dt="2026-10-12T09:56:34.584" v="112" actId="2696"/>
        <pc:sldMkLst>
          <pc:docMk/>
          <pc:sldMk cId="2330238212" sldId="288"/>
        </pc:sldMkLst>
      </pc:sldChg>
      <pc:sldChg chg="del">
        <pc:chgData name="Michael Niehaus" userId="b6c278dd29e7d5bb" providerId="LiveId" clId="{3ECD899E-FC11-5A89-BB57-F8378BBE68C5}" dt="2026-10-12T09:56:34.585" v="113" actId="2696"/>
        <pc:sldMkLst>
          <pc:docMk/>
          <pc:sldMk cId="1025122437" sldId="289"/>
        </pc:sldMkLst>
      </pc:sldChg>
      <pc:sldChg chg="del">
        <pc:chgData name="Michael Niehaus" userId="b6c278dd29e7d5bb" providerId="LiveId" clId="{3ECD899E-FC11-5A89-BB57-F8378BBE68C5}" dt="2026-10-12T09:56:34.604" v="125" actId="2696"/>
        <pc:sldMkLst>
          <pc:docMk/>
          <pc:sldMk cId="2565887445" sldId="290"/>
        </pc:sldMkLst>
      </pc:sldChg>
      <pc:sldChg chg="del">
        <pc:chgData name="Michael Niehaus" userId="b6c278dd29e7d5bb" providerId="LiveId" clId="{3ECD899E-FC11-5A89-BB57-F8378BBE68C5}" dt="2026-10-12T09:56:34.574" v="105" actId="2696"/>
        <pc:sldMkLst>
          <pc:docMk/>
          <pc:sldMk cId="1485909960" sldId="291"/>
        </pc:sldMkLst>
      </pc:sldChg>
      <pc:sldChg chg="del">
        <pc:chgData name="Michael Niehaus" userId="b6c278dd29e7d5bb" providerId="LiveId" clId="{3ECD899E-FC11-5A89-BB57-F8378BBE68C5}" dt="2026-10-12T09:56:34.604" v="123" actId="2696"/>
        <pc:sldMkLst>
          <pc:docMk/>
          <pc:sldMk cId="2550614535" sldId="292"/>
        </pc:sldMkLst>
      </pc:sldChg>
      <pc:sldChg chg="del">
        <pc:chgData name="Michael Niehaus" userId="b6c278dd29e7d5bb" providerId="LiveId" clId="{3ECD899E-FC11-5A89-BB57-F8378BBE68C5}" dt="2026-10-12T09:56:34.599" v="119" actId="2696"/>
        <pc:sldMkLst>
          <pc:docMk/>
          <pc:sldMk cId="2683214696" sldId="293"/>
        </pc:sldMkLst>
      </pc:sldChg>
      <pc:sldChg chg="del">
        <pc:chgData name="Michael Niehaus" userId="b6c278dd29e7d5bb" providerId="LiveId" clId="{3ECD899E-FC11-5A89-BB57-F8378BBE68C5}" dt="2026-10-12T09:56:34.585" v="114" actId="2696"/>
        <pc:sldMkLst>
          <pc:docMk/>
          <pc:sldMk cId="1125605859" sldId="294"/>
        </pc:sldMkLst>
      </pc:sldChg>
      <pc:sldChg chg="del">
        <pc:chgData name="Michael Niehaus" userId="b6c278dd29e7d5bb" providerId="LiveId" clId="{3ECD899E-FC11-5A89-BB57-F8378BBE68C5}" dt="2026-10-12T09:56:34.603" v="121" actId="2696"/>
        <pc:sldMkLst>
          <pc:docMk/>
          <pc:sldMk cId="808631312" sldId="296"/>
        </pc:sldMkLst>
      </pc:sldChg>
      <pc:sldChg chg="del">
        <pc:chgData name="Michael Niehaus" userId="b6c278dd29e7d5bb" providerId="LiveId" clId="{3ECD899E-FC11-5A89-BB57-F8378BBE68C5}" dt="2026-10-12T09:56:34.576" v="109" actId="2696"/>
        <pc:sldMkLst>
          <pc:docMk/>
          <pc:sldMk cId="1532012966" sldId="297"/>
        </pc:sldMkLst>
      </pc:sldChg>
      <pc:sldChg chg="del">
        <pc:chgData name="Michael Niehaus" userId="b6c278dd29e7d5bb" providerId="LiveId" clId="{3ECD899E-FC11-5A89-BB57-F8378BBE68C5}" dt="2026-10-12T09:56:34.572" v="102" actId="2696"/>
        <pc:sldMkLst>
          <pc:docMk/>
          <pc:sldMk cId="2655126671" sldId="298"/>
        </pc:sldMkLst>
      </pc:sldChg>
      <pc:sldChg chg="del">
        <pc:chgData name="Michael Niehaus" userId="b6c278dd29e7d5bb" providerId="LiveId" clId="{3ECD899E-FC11-5A89-BB57-F8378BBE68C5}" dt="2026-10-12T09:56:34.571" v="100" actId="2696"/>
        <pc:sldMkLst>
          <pc:docMk/>
          <pc:sldMk cId="1043850357" sldId="299"/>
        </pc:sldMkLst>
      </pc:sldChg>
      <pc:sldChg chg="del">
        <pc:chgData name="Michael Niehaus" userId="b6c278dd29e7d5bb" providerId="LiveId" clId="{3ECD899E-FC11-5A89-BB57-F8378BBE68C5}" dt="2026-10-12T09:56:34.604" v="124" actId="2696"/>
        <pc:sldMkLst>
          <pc:docMk/>
          <pc:sldMk cId="4279591059" sldId="300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2231629436" sldId="358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3021503196" sldId="359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2788865465" sldId="360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1148707327" sldId="363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1316911628" sldId="364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3378575629" sldId="365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2408703922" sldId="366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2945377728" sldId="367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3357216899" sldId="368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927093452" sldId="369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2448427743" sldId="370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4078986880" sldId="371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3440252858" sldId="372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3439053172" sldId="373"/>
        </pc:sldMkLst>
      </pc:sldChg>
      <pc:sldChg chg="modSp add mod">
        <pc:chgData name="Michael Niehaus" userId="b6c278dd29e7d5bb" providerId="LiveId" clId="{3ECD899E-FC11-5A89-BB57-F8378BBE68C5}" dt="2026-10-12T09:58:02.599" v="135" actId="208"/>
        <pc:sldMkLst>
          <pc:docMk/>
          <pc:sldMk cId="288610331" sldId="374"/>
        </pc:sldMkLst>
        <pc:spChg chg="mod">
          <ac:chgData name="Michael Niehaus" userId="b6c278dd29e7d5bb" providerId="LiveId" clId="{3ECD899E-FC11-5A89-BB57-F8378BBE68C5}" dt="2026-10-12T09:58:02.599" v="135" actId="208"/>
          <ac:spMkLst>
            <pc:docMk/>
            <pc:sldMk cId="288610331" sldId="374"/>
            <ac:spMk id="3" creationId="{DDF4C32F-0B75-A295-D680-12FC61240929}"/>
          </ac:spMkLst>
        </pc:spChg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828004494" sldId="375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351206061" sldId="377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3844492326" sldId="378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2460713032" sldId="380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3950619945" sldId="382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1998799544" sldId="1686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1308200859" sldId="2076137561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872064415" sldId="2076137562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3744012827" sldId="2076137563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1179936981" sldId="2076137564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1526482007" sldId="2076137565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1338622625" sldId="2076137566"/>
        </pc:sldMkLst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3830733533" sldId="2076137567"/>
        </pc:sldMkLst>
      </pc:sldChg>
      <pc:sldChg chg="modSp add mod">
        <pc:chgData name="Michael Niehaus" userId="b6c278dd29e7d5bb" providerId="LiveId" clId="{3ECD899E-FC11-5A89-BB57-F8378BBE68C5}" dt="2026-10-12T09:56:53.730" v="128" actId="27636"/>
        <pc:sldMkLst>
          <pc:docMk/>
          <pc:sldMk cId="2004531685" sldId="2076137568"/>
        </pc:sldMkLst>
        <pc:spChg chg="mod">
          <ac:chgData name="Michael Niehaus" userId="b6c278dd29e7d5bb" providerId="LiveId" clId="{3ECD899E-FC11-5A89-BB57-F8378BBE68C5}" dt="2026-10-12T09:56:53.730" v="128" actId="27636"/>
          <ac:spMkLst>
            <pc:docMk/>
            <pc:sldMk cId="2004531685" sldId="2076137568"/>
            <ac:spMk id="6" creationId="{F78F4DF1-FD80-7599-AAC5-DADE62B227D0}"/>
          </ac:spMkLst>
        </pc:spChg>
      </pc:sldChg>
      <pc:sldChg chg="add">
        <pc:chgData name="Michael Niehaus" userId="b6c278dd29e7d5bb" providerId="LiveId" clId="{3ECD899E-FC11-5A89-BB57-F8378BBE68C5}" dt="2026-10-12T09:56:53.596" v="127"/>
        <pc:sldMkLst>
          <pc:docMk/>
          <pc:sldMk cId="946255098" sldId="2076137569"/>
        </pc:sldMkLst>
      </pc:sldChg>
      <pc:sldChg chg="modSp add mod">
        <pc:chgData name="Michael Niehaus" userId="b6c278dd29e7d5bb" providerId="LiveId" clId="{3ECD899E-FC11-5A89-BB57-F8378BBE68C5}" dt="2026-10-12T09:58:29.680" v="136" actId="1076"/>
        <pc:sldMkLst>
          <pc:docMk/>
          <pc:sldMk cId="3238438339" sldId="2076137570"/>
        </pc:sldMkLst>
        <pc:picChg chg="mod">
          <ac:chgData name="Michael Niehaus" userId="b6c278dd29e7d5bb" providerId="LiveId" clId="{3ECD899E-FC11-5A89-BB57-F8378BBE68C5}" dt="2026-10-12T09:58:29.680" v="136" actId="1076"/>
          <ac:picMkLst>
            <pc:docMk/>
            <pc:sldMk cId="3238438339" sldId="2076137570"/>
            <ac:picMk id="4" creationId="{DA6FCF4A-E948-0AC5-26B8-0A2916DC689E}"/>
          </ac:picMkLst>
        </pc:picChg>
      </pc:sldChg>
      <pc:sldChg chg="modSp add mod">
        <pc:chgData name="Michael Niehaus" userId="b6c278dd29e7d5bb" providerId="LiveId" clId="{3ECD899E-FC11-5A89-BB57-F8378BBE68C5}" dt="2026-10-12T09:57:10.934" v="129" actId="1076"/>
        <pc:sldMkLst>
          <pc:docMk/>
          <pc:sldMk cId="3910716493" sldId="2076137571"/>
        </pc:sldMkLst>
        <pc:spChg chg="mod">
          <ac:chgData name="Michael Niehaus" userId="b6c278dd29e7d5bb" providerId="LiveId" clId="{3ECD899E-FC11-5A89-BB57-F8378BBE68C5}" dt="2026-10-12T09:57:10.934" v="129" actId="1076"/>
          <ac:spMkLst>
            <pc:docMk/>
            <pc:sldMk cId="3910716493" sldId="2076137571"/>
            <ac:spMk id="5" creationId="{2FDDFF6C-C3F6-465C-552C-BB28E9535A6A}"/>
          </ac:spMkLst>
        </pc:spChg>
      </pc:sldChg>
      <pc:sldChg chg="modSp add mod">
        <pc:chgData name="Michael Niehaus" userId="b6c278dd29e7d5bb" providerId="LiveId" clId="{3ECD899E-FC11-5A89-BB57-F8378BBE68C5}" dt="2026-10-12T09:57:26.465" v="132" actId="1076"/>
        <pc:sldMkLst>
          <pc:docMk/>
          <pc:sldMk cId="4162232359" sldId="2076137572"/>
        </pc:sldMkLst>
        <pc:spChg chg="mod">
          <ac:chgData name="Michael Niehaus" userId="b6c278dd29e7d5bb" providerId="LiveId" clId="{3ECD899E-FC11-5A89-BB57-F8378BBE68C5}" dt="2026-10-12T09:57:26.465" v="132" actId="1076"/>
          <ac:spMkLst>
            <pc:docMk/>
            <pc:sldMk cId="4162232359" sldId="2076137572"/>
            <ac:spMk id="3" creationId="{713C8FCF-34DE-220A-698D-41F80C2204CA}"/>
          </ac:spMkLst>
        </pc:spChg>
        <pc:spChg chg="mod">
          <ac:chgData name="Michael Niehaus" userId="b6c278dd29e7d5bb" providerId="LiveId" clId="{3ECD899E-FC11-5A89-BB57-F8378BBE68C5}" dt="2026-10-12T09:57:26.465" v="132" actId="1076"/>
          <ac:spMkLst>
            <pc:docMk/>
            <pc:sldMk cId="4162232359" sldId="2076137572"/>
            <ac:spMk id="4" creationId="{97E6A03D-A261-799E-6E50-D33D9DFEE5D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F16460-9BCC-4CD8-BE6D-9A985B745DA3}" type="doc">
      <dgm:prSet loTypeId="urn:microsoft.com/office/officeart/2017/3/layout/DropPinTimeline" loCatId="process" qsTypeId="urn:microsoft.com/office/officeart/2005/8/quickstyle/simple2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84B2A702-70F8-4357-9CE2-3578423E548F}">
      <dgm:prSet/>
      <dgm:spPr/>
      <dgm:t>
        <a:bodyPr/>
        <a:lstStyle/>
        <a:p>
          <a:pPr>
            <a:defRPr b="1"/>
          </a:pPr>
          <a:r>
            <a:rPr lang="en-US"/>
            <a:t>2016</a:t>
          </a:r>
        </a:p>
      </dgm:t>
    </dgm:pt>
    <dgm:pt modelId="{4EAC8C47-1AE1-4CF1-B5B2-CA39BC7FB7E1}" type="parTrans" cxnId="{6BFA338F-0779-4C11-8F15-FC7C08A76B6B}">
      <dgm:prSet/>
      <dgm:spPr/>
      <dgm:t>
        <a:bodyPr/>
        <a:lstStyle/>
        <a:p>
          <a:endParaRPr lang="en-US"/>
        </a:p>
      </dgm:t>
    </dgm:pt>
    <dgm:pt modelId="{092954C9-5B15-4ECC-A0BF-2A3F9E056B3D}" type="sibTrans" cxnId="{6BFA338F-0779-4C11-8F15-FC7C08A76B6B}">
      <dgm:prSet/>
      <dgm:spPr/>
      <dgm:t>
        <a:bodyPr/>
        <a:lstStyle/>
        <a:p>
          <a:endParaRPr lang="en-US"/>
        </a:p>
      </dgm:t>
    </dgm:pt>
    <dgm:pt modelId="{46F60594-870B-4810-9F54-D043A2005A5B}">
      <dgm:prSet/>
      <dgm:spPr/>
      <dgm:t>
        <a:bodyPr/>
        <a:lstStyle/>
        <a:p>
          <a:r>
            <a:rPr lang="en-US"/>
            <a:t>Mac@IBM announced at JAMF conference</a:t>
          </a:r>
        </a:p>
      </dgm:t>
    </dgm:pt>
    <dgm:pt modelId="{F1DC1691-98F2-459B-BF0B-26FF38CCFA0D}" type="parTrans" cxnId="{3DF0D720-3AE7-44AD-87A5-03F549B7D0B8}">
      <dgm:prSet/>
      <dgm:spPr/>
      <dgm:t>
        <a:bodyPr/>
        <a:lstStyle/>
        <a:p>
          <a:endParaRPr lang="en-US"/>
        </a:p>
      </dgm:t>
    </dgm:pt>
    <dgm:pt modelId="{7F366B59-7CE9-44AB-88C5-8ED99BDB6AD8}" type="sibTrans" cxnId="{3DF0D720-3AE7-44AD-87A5-03F549B7D0B8}">
      <dgm:prSet/>
      <dgm:spPr/>
      <dgm:t>
        <a:bodyPr/>
        <a:lstStyle/>
        <a:p>
          <a:endParaRPr lang="en-US"/>
        </a:p>
      </dgm:t>
    </dgm:pt>
    <dgm:pt modelId="{C24C989F-97C9-4D03-99E6-DC472F7FBC06}">
      <dgm:prSet/>
      <dgm:spPr/>
      <dgm:t>
        <a:bodyPr/>
        <a:lstStyle/>
        <a:p>
          <a:r>
            <a:rPr lang="en-US"/>
            <a:t>Microsoft starts work on what will become Windows Autopilot</a:t>
          </a:r>
        </a:p>
      </dgm:t>
    </dgm:pt>
    <dgm:pt modelId="{A5EC808B-EFFB-4498-9D9D-C70943034A17}" type="parTrans" cxnId="{0DDDC60D-797D-4111-A265-F746B2F8394F}">
      <dgm:prSet/>
      <dgm:spPr/>
      <dgm:t>
        <a:bodyPr/>
        <a:lstStyle/>
        <a:p>
          <a:endParaRPr lang="en-US"/>
        </a:p>
      </dgm:t>
    </dgm:pt>
    <dgm:pt modelId="{88EF46A7-4BE7-46B9-95B6-2A44D844C1C6}" type="sibTrans" cxnId="{0DDDC60D-797D-4111-A265-F746B2F8394F}">
      <dgm:prSet/>
      <dgm:spPr/>
      <dgm:t>
        <a:bodyPr/>
        <a:lstStyle/>
        <a:p>
          <a:endParaRPr lang="en-US"/>
        </a:p>
      </dgm:t>
    </dgm:pt>
    <dgm:pt modelId="{C26F6FD6-52BD-41AE-9D54-A10FE9812EE5}">
      <dgm:prSet/>
      <dgm:spPr/>
      <dgm:t>
        <a:bodyPr/>
        <a:lstStyle/>
        <a:p>
          <a:pPr>
            <a:defRPr b="1"/>
          </a:pPr>
          <a:r>
            <a:rPr lang="en-US"/>
            <a:t>2017</a:t>
          </a:r>
        </a:p>
      </dgm:t>
    </dgm:pt>
    <dgm:pt modelId="{7386CD82-6036-4302-89C9-E3D6C3CF3021}" type="parTrans" cxnId="{2FD06F84-F7D1-4DAC-89E0-361C5EAC0465}">
      <dgm:prSet/>
      <dgm:spPr/>
      <dgm:t>
        <a:bodyPr/>
        <a:lstStyle/>
        <a:p>
          <a:endParaRPr lang="en-US"/>
        </a:p>
      </dgm:t>
    </dgm:pt>
    <dgm:pt modelId="{4735770C-A638-4E05-9C9D-C482BD3D5FAC}" type="sibTrans" cxnId="{2FD06F84-F7D1-4DAC-89E0-361C5EAC0465}">
      <dgm:prSet/>
      <dgm:spPr/>
      <dgm:t>
        <a:bodyPr/>
        <a:lstStyle/>
        <a:p>
          <a:endParaRPr lang="en-US"/>
        </a:p>
      </dgm:t>
    </dgm:pt>
    <dgm:pt modelId="{35038C5E-01FF-4041-944B-46696A3C1B79}">
      <dgm:prSet/>
      <dgm:spPr/>
      <dgm:t>
        <a:bodyPr/>
        <a:lstStyle/>
        <a:p>
          <a:r>
            <a:rPr lang="en-US"/>
            <a:t>First Windows Autopilot public release in Windows 10 1703</a:t>
          </a:r>
        </a:p>
      </dgm:t>
    </dgm:pt>
    <dgm:pt modelId="{D24608C8-5841-4492-8398-8E2C5978E93C}" type="parTrans" cxnId="{7018620C-C1AB-4ECE-AE4D-83B16EEDE8CD}">
      <dgm:prSet/>
      <dgm:spPr/>
      <dgm:t>
        <a:bodyPr/>
        <a:lstStyle/>
        <a:p>
          <a:endParaRPr lang="en-US"/>
        </a:p>
      </dgm:t>
    </dgm:pt>
    <dgm:pt modelId="{1EE3D043-8126-49AE-B83C-037376D8C492}" type="sibTrans" cxnId="{7018620C-C1AB-4ECE-AE4D-83B16EEDE8CD}">
      <dgm:prSet/>
      <dgm:spPr/>
      <dgm:t>
        <a:bodyPr/>
        <a:lstStyle/>
        <a:p>
          <a:endParaRPr lang="en-US"/>
        </a:p>
      </dgm:t>
    </dgm:pt>
    <dgm:pt modelId="{1695A66E-2C97-4E15-87DD-6CD5E7BA8D75}">
      <dgm:prSet/>
      <dgm:spPr/>
      <dgm:t>
        <a:bodyPr/>
        <a:lstStyle/>
        <a:p>
          <a:pPr>
            <a:defRPr b="1"/>
          </a:pPr>
          <a:r>
            <a:rPr lang="en-US"/>
            <a:t>2018–2019</a:t>
          </a:r>
        </a:p>
      </dgm:t>
    </dgm:pt>
    <dgm:pt modelId="{CC023053-36CF-4FD0-83FF-9F5D0CE28E9A}" type="parTrans" cxnId="{357B6A6F-B2FE-4E88-AA29-1DD681E60A14}">
      <dgm:prSet/>
      <dgm:spPr/>
      <dgm:t>
        <a:bodyPr/>
        <a:lstStyle/>
        <a:p>
          <a:endParaRPr lang="en-US"/>
        </a:p>
      </dgm:t>
    </dgm:pt>
    <dgm:pt modelId="{C8A53063-EEFC-48D5-9705-08ECC0FEADAD}" type="sibTrans" cxnId="{357B6A6F-B2FE-4E88-AA29-1DD681E60A14}">
      <dgm:prSet/>
      <dgm:spPr/>
      <dgm:t>
        <a:bodyPr/>
        <a:lstStyle/>
        <a:p>
          <a:endParaRPr lang="en-US"/>
        </a:p>
      </dgm:t>
    </dgm:pt>
    <dgm:pt modelId="{836352BC-8128-43F6-9FFF-2878C4CF5A12}">
      <dgm:prSet/>
      <dgm:spPr/>
      <dgm:t>
        <a:bodyPr/>
        <a:lstStyle/>
        <a:p>
          <a:r>
            <a:rPr lang="en-US"/>
            <a:t>More features added (HAADJ, Self-Deploying, Pre-provisioning)</a:t>
          </a:r>
        </a:p>
      </dgm:t>
    </dgm:pt>
    <dgm:pt modelId="{9EDDB42A-ACB6-4F36-8996-3751E98AFB5D}" type="parTrans" cxnId="{3406ABDE-0A48-4977-8869-F3BB1F3F4D60}">
      <dgm:prSet/>
      <dgm:spPr/>
      <dgm:t>
        <a:bodyPr/>
        <a:lstStyle/>
        <a:p>
          <a:endParaRPr lang="en-US"/>
        </a:p>
      </dgm:t>
    </dgm:pt>
    <dgm:pt modelId="{D63BAFA9-773D-4F53-9A00-DF349CD207C8}" type="sibTrans" cxnId="{3406ABDE-0A48-4977-8869-F3BB1F3F4D60}">
      <dgm:prSet/>
      <dgm:spPr/>
      <dgm:t>
        <a:bodyPr/>
        <a:lstStyle/>
        <a:p>
          <a:endParaRPr lang="en-US"/>
        </a:p>
      </dgm:t>
    </dgm:pt>
    <dgm:pt modelId="{50BAF4FA-4CDD-48FB-B46C-62A458E32B76}">
      <dgm:prSet/>
      <dgm:spPr/>
      <dgm:t>
        <a:bodyPr/>
        <a:lstStyle/>
        <a:p>
          <a:pPr>
            <a:defRPr b="1"/>
          </a:pPr>
          <a:r>
            <a:rPr lang="en-US"/>
            <a:t>2020–2023</a:t>
          </a:r>
        </a:p>
      </dgm:t>
    </dgm:pt>
    <dgm:pt modelId="{15A36F40-677D-40A3-9BCC-D462CA1A630B}" type="parTrans" cxnId="{0790EDF1-C5CC-47FF-946F-610672162922}">
      <dgm:prSet/>
      <dgm:spPr/>
      <dgm:t>
        <a:bodyPr/>
        <a:lstStyle/>
        <a:p>
          <a:endParaRPr lang="en-US"/>
        </a:p>
      </dgm:t>
    </dgm:pt>
    <dgm:pt modelId="{3443001A-C3A4-44A0-84CB-F838D1C47E4D}" type="sibTrans" cxnId="{0790EDF1-C5CC-47FF-946F-610672162922}">
      <dgm:prSet/>
      <dgm:spPr/>
      <dgm:t>
        <a:bodyPr/>
        <a:lstStyle/>
        <a:p>
          <a:endParaRPr lang="en-US"/>
        </a:p>
      </dgm:t>
    </dgm:pt>
    <dgm:pt modelId="{77D2A7E5-3ED9-466D-A50C-AC68079E097D}">
      <dgm:prSet/>
      <dgm:spPr/>
      <dgm:t>
        <a:bodyPr/>
        <a:lstStyle/>
        <a:p>
          <a:r>
            <a:rPr lang="en-US"/>
            <a:t>Nothing of significance</a:t>
          </a:r>
        </a:p>
      </dgm:t>
    </dgm:pt>
    <dgm:pt modelId="{AEBE3D7C-CD30-4C71-A8FB-030FCD701508}" type="parTrans" cxnId="{0ED5E216-47B7-4CA3-AC93-559716DFFD73}">
      <dgm:prSet/>
      <dgm:spPr/>
      <dgm:t>
        <a:bodyPr/>
        <a:lstStyle/>
        <a:p>
          <a:endParaRPr lang="en-US"/>
        </a:p>
      </dgm:t>
    </dgm:pt>
    <dgm:pt modelId="{18819E4B-91A1-499B-B217-EBBDEFEDD05F}" type="sibTrans" cxnId="{0ED5E216-47B7-4CA3-AC93-559716DFFD73}">
      <dgm:prSet/>
      <dgm:spPr/>
      <dgm:t>
        <a:bodyPr/>
        <a:lstStyle/>
        <a:p>
          <a:endParaRPr lang="en-US"/>
        </a:p>
      </dgm:t>
    </dgm:pt>
    <dgm:pt modelId="{841FB3FC-2F2C-4632-9E42-B09BEF28FC43}">
      <dgm:prSet/>
      <dgm:spPr/>
      <dgm:t>
        <a:bodyPr/>
        <a:lstStyle/>
        <a:p>
          <a:pPr>
            <a:defRPr b="1"/>
          </a:pPr>
          <a:r>
            <a:rPr lang="en-US"/>
            <a:t>2024</a:t>
          </a:r>
        </a:p>
      </dgm:t>
    </dgm:pt>
    <dgm:pt modelId="{EF656B2B-5AC8-454A-8ECB-B93C32E5E1A6}" type="parTrans" cxnId="{A3DD8CC0-F5A4-4E37-A39B-F392F8B15FF0}">
      <dgm:prSet/>
      <dgm:spPr/>
      <dgm:t>
        <a:bodyPr/>
        <a:lstStyle/>
        <a:p>
          <a:endParaRPr lang="en-US"/>
        </a:p>
      </dgm:t>
    </dgm:pt>
    <dgm:pt modelId="{64761207-7BA5-4EAF-B46C-9B62DBABFE24}" type="sibTrans" cxnId="{A3DD8CC0-F5A4-4E37-A39B-F392F8B15FF0}">
      <dgm:prSet/>
      <dgm:spPr/>
      <dgm:t>
        <a:bodyPr/>
        <a:lstStyle/>
        <a:p>
          <a:endParaRPr lang="en-US"/>
        </a:p>
      </dgm:t>
    </dgm:pt>
    <dgm:pt modelId="{2585DC85-324B-4101-924B-FAFBE7ECACAB}">
      <dgm:prSet/>
      <dgm:spPr/>
      <dgm:t>
        <a:bodyPr/>
        <a:lstStyle/>
        <a:p>
          <a:r>
            <a:rPr lang="en-US"/>
            <a:t>Autopilot v2, a.k.a. Deployment Preparation, released</a:t>
          </a:r>
        </a:p>
      </dgm:t>
    </dgm:pt>
    <dgm:pt modelId="{6E72ABE6-DD97-4E85-9086-533A91B365B7}" type="parTrans" cxnId="{5A1F3FD9-4AFA-4664-829E-4603884DA376}">
      <dgm:prSet/>
      <dgm:spPr/>
      <dgm:t>
        <a:bodyPr/>
        <a:lstStyle/>
        <a:p>
          <a:endParaRPr lang="en-US"/>
        </a:p>
      </dgm:t>
    </dgm:pt>
    <dgm:pt modelId="{62F2FCFB-544C-49B7-86F3-4ECC14213C05}" type="sibTrans" cxnId="{5A1F3FD9-4AFA-4664-829E-4603884DA376}">
      <dgm:prSet/>
      <dgm:spPr/>
      <dgm:t>
        <a:bodyPr/>
        <a:lstStyle/>
        <a:p>
          <a:endParaRPr lang="en-US"/>
        </a:p>
      </dgm:t>
    </dgm:pt>
    <dgm:pt modelId="{E93C6D7F-BD57-4267-BFD8-6D8C1EB2CFEA}">
      <dgm:prSet/>
      <dgm:spPr/>
      <dgm:t>
        <a:bodyPr/>
        <a:lstStyle/>
        <a:p>
          <a:pPr>
            <a:defRPr b="1"/>
          </a:pPr>
          <a:r>
            <a:rPr lang="en-US"/>
            <a:t>2026</a:t>
          </a:r>
        </a:p>
      </dgm:t>
    </dgm:pt>
    <dgm:pt modelId="{B855D31D-9607-4DC9-86FF-C3C2756AABB4}" type="parTrans" cxnId="{61192323-74EC-485E-9BDB-212F4567A42F}">
      <dgm:prSet/>
      <dgm:spPr/>
      <dgm:t>
        <a:bodyPr/>
        <a:lstStyle/>
        <a:p>
          <a:endParaRPr lang="en-US"/>
        </a:p>
      </dgm:t>
    </dgm:pt>
    <dgm:pt modelId="{681E4F2A-F590-4191-A30E-5ED868D8E8C0}" type="sibTrans" cxnId="{61192323-74EC-485E-9BDB-212F4567A42F}">
      <dgm:prSet/>
      <dgm:spPr/>
      <dgm:t>
        <a:bodyPr/>
        <a:lstStyle/>
        <a:p>
          <a:endParaRPr lang="en-US"/>
        </a:p>
      </dgm:t>
    </dgm:pt>
    <dgm:pt modelId="{431B0D3E-E7C8-4B37-897D-0EF70F92D538}">
      <dgm:prSet/>
      <dgm:spPr/>
      <dgm:t>
        <a:bodyPr/>
        <a:lstStyle/>
        <a:p>
          <a:r>
            <a:rPr lang="en-US"/>
            <a:t>10th anniversary of the start of work…</a:t>
          </a:r>
        </a:p>
      </dgm:t>
    </dgm:pt>
    <dgm:pt modelId="{E92D5B4D-6CE9-480D-9F8D-F3D82377E4F7}" type="parTrans" cxnId="{F3B76F50-28EB-4E2A-9D13-6B28BD21C1B0}">
      <dgm:prSet/>
      <dgm:spPr/>
      <dgm:t>
        <a:bodyPr/>
        <a:lstStyle/>
        <a:p>
          <a:endParaRPr lang="en-US"/>
        </a:p>
      </dgm:t>
    </dgm:pt>
    <dgm:pt modelId="{DD343E81-3D0F-4643-B624-B02BF56CDAA8}" type="sibTrans" cxnId="{F3B76F50-28EB-4E2A-9D13-6B28BD21C1B0}">
      <dgm:prSet/>
      <dgm:spPr/>
      <dgm:t>
        <a:bodyPr/>
        <a:lstStyle/>
        <a:p>
          <a:endParaRPr lang="en-US"/>
        </a:p>
      </dgm:t>
    </dgm:pt>
    <dgm:pt modelId="{AA8DA90B-9216-974C-9422-1A9181B46F60}" type="pres">
      <dgm:prSet presAssocID="{E3F16460-9BCC-4CD8-BE6D-9A985B745DA3}" presName="root" presStyleCnt="0">
        <dgm:presLayoutVars>
          <dgm:chMax/>
          <dgm:chPref/>
          <dgm:animLvl val="lvl"/>
        </dgm:presLayoutVars>
      </dgm:prSet>
      <dgm:spPr/>
    </dgm:pt>
    <dgm:pt modelId="{B63F604E-E3E4-824C-9E0D-F2375FC22F1D}" type="pres">
      <dgm:prSet presAssocID="{E3F16460-9BCC-4CD8-BE6D-9A985B745DA3}" presName="divider" presStyleLbl="fgAcc1" presStyleIdx="0" presStyleCnt="7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1315EBAA-6DC3-1547-A7A2-BAA2EDEED3B0}" type="pres">
      <dgm:prSet presAssocID="{E3F16460-9BCC-4CD8-BE6D-9A985B745DA3}" presName="nodes" presStyleCnt="0">
        <dgm:presLayoutVars>
          <dgm:chMax/>
          <dgm:chPref/>
          <dgm:animLvl val="lvl"/>
        </dgm:presLayoutVars>
      </dgm:prSet>
      <dgm:spPr/>
    </dgm:pt>
    <dgm:pt modelId="{A93CF071-E13C-2F44-B212-CEDE2EABDE2F}" type="pres">
      <dgm:prSet presAssocID="{84B2A702-70F8-4357-9CE2-3578423E548F}" presName="composite" presStyleCnt="0"/>
      <dgm:spPr/>
    </dgm:pt>
    <dgm:pt modelId="{4144BFA3-89B3-A944-A7A7-6CD683FB590B}" type="pres">
      <dgm:prSet presAssocID="{84B2A702-70F8-4357-9CE2-3578423E548F}" presName="ConnectorPoint" presStyleLbl="lnNode1" presStyleIdx="0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49436B82-4F94-4A44-B0B4-1C0AE8B1EF67}" type="pres">
      <dgm:prSet presAssocID="{84B2A702-70F8-4357-9CE2-3578423E548F}" presName="DropPinPlaceHolder" presStyleCnt="0"/>
      <dgm:spPr/>
    </dgm:pt>
    <dgm:pt modelId="{EED60ACC-EF1F-B542-B54C-580123FFECB0}" type="pres">
      <dgm:prSet presAssocID="{84B2A702-70F8-4357-9CE2-3578423E548F}" presName="DropPin" presStyleLbl="alignNode1" presStyleIdx="0" presStyleCnt="6"/>
      <dgm:spPr/>
    </dgm:pt>
    <dgm:pt modelId="{2DC5D558-F0B6-BE4D-B90C-A6FCE0929071}" type="pres">
      <dgm:prSet presAssocID="{84B2A702-70F8-4357-9CE2-3578423E548F}" presName="Ellipse" presStyleLbl="fgAcc1" presStyleIdx="1" presStyleCnt="7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BA588528-2425-9445-813B-E5175FF3576E}" type="pres">
      <dgm:prSet presAssocID="{84B2A702-70F8-4357-9CE2-3578423E548F}" presName="L2TextContainer" presStyleLbl="revTx" presStyleIdx="0" presStyleCnt="12">
        <dgm:presLayoutVars>
          <dgm:bulletEnabled val="1"/>
        </dgm:presLayoutVars>
      </dgm:prSet>
      <dgm:spPr/>
    </dgm:pt>
    <dgm:pt modelId="{12206238-AD81-8241-902C-A27A26528CE7}" type="pres">
      <dgm:prSet presAssocID="{84B2A702-70F8-4357-9CE2-3578423E548F}" presName="L1TextContainer" presStyleLbl="revTx" presStyleIdx="1" presStyleCnt="12">
        <dgm:presLayoutVars>
          <dgm:chMax val="1"/>
          <dgm:chPref val="1"/>
          <dgm:bulletEnabled val="1"/>
        </dgm:presLayoutVars>
      </dgm:prSet>
      <dgm:spPr/>
    </dgm:pt>
    <dgm:pt modelId="{90FE25EB-DE2C-B34A-B0BF-071C343AC858}" type="pres">
      <dgm:prSet presAssocID="{84B2A702-70F8-4357-9CE2-3578423E548F}" presName="ConnectLine" presStyleLbl="sibTrans1D1" presStyleIdx="0" presStyleCnt="6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39BA597D-1027-7246-8E28-20D9677BAA1F}" type="pres">
      <dgm:prSet presAssocID="{84B2A702-70F8-4357-9CE2-3578423E548F}" presName="EmptyPlaceHolder" presStyleCnt="0"/>
      <dgm:spPr/>
    </dgm:pt>
    <dgm:pt modelId="{A2F47E3B-85E3-0242-AC71-FC3CC7C8A7FF}" type="pres">
      <dgm:prSet presAssocID="{092954C9-5B15-4ECC-A0BF-2A3F9E056B3D}" presName="spaceBetweenRectangles" presStyleCnt="0"/>
      <dgm:spPr/>
    </dgm:pt>
    <dgm:pt modelId="{FEC874F5-8F24-944E-A985-59E6183E54FB}" type="pres">
      <dgm:prSet presAssocID="{C26F6FD6-52BD-41AE-9D54-A10FE9812EE5}" presName="composite" presStyleCnt="0"/>
      <dgm:spPr/>
    </dgm:pt>
    <dgm:pt modelId="{56E560F7-6BC8-AC42-BD50-85980311C6EB}" type="pres">
      <dgm:prSet presAssocID="{C26F6FD6-52BD-41AE-9D54-A10FE9812EE5}" presName="ConnectorPoint" presStyleLbl="lnNode1" presStyleIdx="1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766AC2AA-D030-4247-936F-DFAE74DAF788}" type="pres">
      <dgm:prSet presAssocID="{C26F6FD6-52BD-41AE-9D54-A10FE9812EE5}" presName="DropPinPlaceHolder" presStyleCnt="0"/>
      <dgm:spPr/>
    </dgm:pt>
    <dgm:pt modelId="{C06F6E1E-47E8-F444-A5DA-5C141FB63EC3}" type="pres">
      <dgm:prSet presAssocID="{C26F6FD6-52BD-41AE-9D54-A10FE9812EE5}" presName="DropPin" presStyleLbl="alignNode1" presStyleIdx="1" presStyleCnt="6"/>
      <dgm:spPr/>
    </dgm:pt>
    <dgm:pt modelId="{772F2869-E733-6E4C-9105-4A92DDCD97AF}" type="pres">
      <dgm:prSet presAssocID="{C26F6FD6-52BD-41AE-9D54-A10FE9812EE5}" presName="Ellipse" presStyleLbl="fgAcc1" presStyleIdx="2" presStyleCnt="7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95B22CBA-7D0C-0745-8594-5FEC948E873F}" type="pres">
      <dgm:prSet presAssocID="{C26F6FD6-52BD-41AE-9D54-A10FE9812EE5}" presName="L2TextContainer" presStyleLbl="revTx" presStyleIdx="2" presStyleCnt="12">
        <dgm:presLayoutVars>
          <dgm:bulletEnabled val="1"/>
        </dgm:presLayoutVars>
      </dgm:prSet>
      <dgm:spPr/>
    </dgm:pt>
    <dgm:pt modelId="{0C9F1796-C04F-E549-8F93-8C87B84FAF19}" type="pres">
      <dgm:prSet presAssocID="{C26F6FD6-52BD-41AE-9D54-A10FE9812EE5}" presName="L1TextContainer" presStyleLbl="revTx" presStyleIdx="3" presStyleCnt="12">
        <dgm:presLayoutVars>
          <dgm:chMax val="1"/>
          <dgm:chPref val="1"/>
          <dgm:bulletEnabled val="1"/>
        </dgm:presLayoutVars>
      </dgm:prSet>
      <dgm:spPr/>
    </dgm:pt>
    <dgm:pt modelId="{96CF6314-7036-264F-B9A1-C171A17CDD8D}" type="pres">
      <dgm:prSet presAssocID="{C26F6FD6-52BD-41AE-9D54-A10FE9812EE5}" presName="ConnectLine" presStyleLbl="sibTrans1D1" presStyleIdx="1" presStyleCnt="6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54F4D904-DFB3-AA45-88B4-90A7E147BC0E}" type="pres">
      <dgm:prSet presAssocID="{C26F6FD6-52BD-41AE-9D54-A10FE9812EE5}" presName="EmptyPlaceHolder" presStyleCnt="0"/>
      <dgm:spPr/>
    </dgm:pt>
    <dgm:pt modelId="{DA69E4BE-525D-8640-A687-3A3F8355FB6B}" type="pres">
      <dgm:prSet presAssocID="{4735770C-A638-4E05-9C9D-C482BD3D5FAC}" presName="spaceBetweenRectangles" presStyleCnt="0"/>
      <dgm:spPr/>
    </dgm:pt>
    <dgm:pt modelId="{E6DB0EBA-E17B-404C-89F3-FB5DA6889D3F}" type="pres">
      <dgm:prSet presAssocID="{1695A66E-2C97-4E15-87DD-6CD5E7BA8D75}" presName="composite" presStyleCnt="0"/>
      <dgm:spPr/>
    </dgm:pt>
    <dgm:pt modelId="{B7672E22-6B2E-F748-8D12-D9C415F895F7}" type="pres">
      <dgm:prSet presAssocID="{1695A66E-2C97-4E15-87DD-6CD5E7BA8D75}" presName="ConnectorPoint" presStyleLbl="lnNode1" presStyleIdx="2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B36398AB-5091-E54B-BC63-F410610ED096}" type="pres">
      <dgm:prSet presAssocID="{1695A66E-2C97-4E15-87DD-6CD5E7BA8D75}" presName="DropPinPlaceHolder" presStyleCnt="0"/>
      <dgm:spPr/>
    </dgm:pt>
    <dgm:pt modelId="{7B33CC2B-C3C6-CD43-861D-2CD3B763FA56}" type="pres">
      <dgm:prSet presAssocID="{1695A66E-2C97-4E15-87DD-6CD5E7BA8D75}" presName="DropPin" presStyleLbl="alignNode1" presStyleIdx="2" presStyleCnt="6"/>
      <dgm:spPr/>
    </dgm:pt>
    <dgm:pt modelId="{006637F2-EAD3-DB4A-AC9D-758E14F3D116}" type="pres">
      <dgm:prSet presAssocID="{1695A66E-2C97-4E15-87DD-6CD5E7BA8D75}" presName="Ellipse" presStyleLbl="fgAcc1" presStyleIdx="3" presStyleCnt="7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3FD0154F-E977-2545-A16C-33589E74508F}" type="pres">
      <dgm:prSet presAssocID="{1695A66E-2C97-4E15-87DD-6CD5E7BA8D75}" presName="L2TextContainer" presStyleLbl="revTx" presStyleIdx="4" presStyleCnt="12">
        <dgm:presLayoutVars>
          <dgm:bulletEnabled val="1"/>
        </dgm:presLayoutVars>
      </dgm:prSet>
      <dgm:spPr/>
    </dgm:pt>
    <dgm:pt modelId="{ED8E4382-8FEA-1A4C-A131-68895E4A681C}" type="pres">
      <dgm:prSet presAssocID="{1695A66E-2C97-4E15-87DD-6CD5E7BA8D75}" presName="L1TextContainer" presStyleLbl="revTx" presStyleIdx="5" presStyleCnt="12">
        <dgm:presLayoutVars>
          <dgm:chMax val="1"/>
          <dgm:chPref val="1"/>
          <dgm:bulletEnabled val="1"/>
        </dgm:presLayoutVars>
      </dgm:prSet>
      <dgm:spPr/>
    </dgm:pt>
    <dgm:pt modelId="{DF4F73F5-EB67-8A45-968F-7B56A70AC4F9}" type="pres">
      <dgm:prSet presAssocID="{1695A66E-2C97-4E15-87DD-6CD5E7BA8D75}" presName="ConnectLine" presStyleLbl="sibTrans1D1" presStyleIdx="2" presStyleCnt="6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578D0A6B-D906-F443-911A-65650FC77756}" type="pres">
      <dgm:prSet presAssocID="{1695A66E-2C97-4E15-87DD-6CD5E7BA8D75}" presName="EmptyPlaceHolder" presStyleCnt="0"/>
      <dgm:spPr/>
    </dgm:pt>
    <dgm:pt modelId="{432B657E-9087-8A45-8261-CEF99DCE7A27}" type="pres">
      <dgm:prSet presAssocID="{C8A53063-EEFC-48D5-9705-08ECC0FEADAD}" presName="spaceBetweenRectangles" presStyleCnt="0"/>
      <dgm:spPr/>
    </dgm:pt>
    <dgm:pt modelId="{19FF9445-5EF3-B74C-AD1D-B9EA259E6BFA}" type="pres">
      <dgm:prSet presAssocID="{50BAF4FA-4CDD-48FB-B46C-62A458E32B76}" presName="composite" presStyleCnt="0"/>
      <dgm:spPr/>
    </dgm:pt>
    <dgm:pt modelId="{3D4CBB44-C619-EF44-9B16-EBCA22673B24}" type="pres">
      <dgm:prSet presAssocID="{50BAF4FA-4CDD-48FB-B46C-62A458E32B76}" presName="ConnectorPoint" presStyleLbl="lnNode1" presStyleIdx="3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402C706-6D42-B345-8B8D-9C94FCA7C841}" type="pres">
      <dgm:prSet presAssocID="{50BAF4FA-4CDD-48FB-B46C-62A458E32B76}" presName="DropPinPlaceHolder" presStyleCnt="0"/>
      <dgm:spPr/>
    </dgm:pt>
    <dgm:pt modelId="{23D1CBA4-746B-A542-BCB3-175A08033A0F}" type="pres">
      <dgm:prSet presAssocID="{50BAF4FA-4CDD-48FB-B46C-62A458E32B76}" presName="DropPin" presStyleLbl="alignNode1" presStyleIdx="3" presStyleCnt="6"/>
      <dgm:spPr/>
    </dgm:pt>
    <dgm:pt modelId="{B64BA0FA-66D4-3042-9252-33BFFACA7666}" type="pres">
      <dgm:prSet presAssocID="{50BAF4FA-4CDD-48FB-B46C-62A458E32B76}" presName="Ellipse" presStyleLbl="fgAcc1" presStyleIdx="4" presStyleCnt="7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63934520-7148-A04E-91D4-13BDF8DC97D3}" type="pres">
      <dgm:prSet presAssocID="{50BAF4FA-4CDD-48FB-B46C-62A458E32B76}" presName="L2TextContainer" presStyleLbl="revTx" presStyleIdx="6" presStyleCnt="12">
        <dgm:presLayoutVars>
          <dgm:bulletEnabled val="1"/>
        </dgm:presLayoutVars>
      </dgm:prSet>
      <dgm:spPr/>
    </dgm:pt>
    <dgm:pt modelId="{0017F918-B581-E74C-9A80-36B8279E1BEB}" type="pres">
      <dgm:prSet presAssocID="{50BAF4FA-4CDD-48FB-B46C-62A458E32B76}" presName="L1TextContainer" presStyleLbl="revTx" presStyleIdx="7" presStyleCnt="12">
        <dgm:presLayoutVars>
          <dgm:chMax val="1"/>
          <dgm:chPref val="1"/>
          <dgm:bulletEnabled val="1"/>
        </dgm:presLayoutVars>
      </dgm:prSet>
      <dgm:spPr/>
    </dgm:pt>
    <dgm:pt modelId="{6D4E91E3-EBD1-6B4F-A638-DDCA98A3E704}" type="pres">
      <dgm:prSet presAssocID="{50BAF4FA-4CDD-48FB-B46C-62A458E32B76}" presName="ConnectLine" presStyleLbl="sibTrans1D1" presStyleIdx="3" presStyleCnt="6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563894C9-0B11-DA4D-B69E-5829F0A04518}" type="pres">
      <dgm:prSet presAssocID="{50BAF4FA-4CDD-48FB-B46C-62A458E32B76}" presName="EmptyPlaceHolder" presStyleCnt="0"/>
      <dgm:spPr/>
    </dgm:pt>
    <dgm:pt modelId="{CEA39D62-0DB5-164D-A327-0E80AC72D7F8}" type="pres">
      <dgm:prSet presAssocID="{3443001A-C3A4-44A0-84CB-F838D1C47E4D}" presName="spaceBetweenRectangles" presStyleCnt="0"/>
      <dgm:spPr/>
    </dgm:pt>
    <dgm:pt modelId="{CD539F12-8586-3241-9BAF-E2549D427921}" type="pres">
      <dgm:prSet presAssocID="{841FB3FC-2F2C-4632-9E42-B09BEF28FC43}" presName="composite" presStyleCnt="0"/>
      <dgm:spPr/>
    </dgm:pt>
    <dgm:pt modelId="{EBAA0CC6-4D91-304B-A89C-48E4AE5DB3B9}" type="pres">
      <dgm:prSet presAssocID="{841FB3FC-2F2C-4632-9E42-B09BEF28FC43}" presName="ConnectorPoint" presStyleLbl="lnNode1" presStyleIdx="4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F51FE6E-BCE1-BC48-92CB-612FA4BBDC6C}" type="pres">
      <dgm:prSet presAssocID="{841FB3FC-2F2C-4632-9E42-B09BEF28FC43}" presName="DropPinPlaceHolder" presStyleCnt="0"/>
      <dgm:spPr/>
    </dgm:pt>
    <dgm:pt modelId="{4EA3D0CC-3F95-EF45-89E9-9B17F6B3D98B}" type="pres">
      <dgm:prSet presAssocID="{841FB3FC-2F2C-4632-9E42-B09BEF28FC43}" presName="DropPin" presStyleLbl="alignNode1" presStyleIdx="4" presStyleCnt="6"/>
      <dgm:spPr/>
    </dgm:pt>
    <dgm:pt modelId="{42E19CBE-C110-8849-80F2-2F70AB09AED6}" type="pres">
      <dgm:prSet presAssocID="{841FB3FC-2F2C-4632-9E42-B09BEF28FC43}" presName="Ellipse" presStyleLbl="fgAcc1" presStyleIdx="5" presStyleCnt="7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F55F9C0B-BAAD-4E43-ACB9-07134322B287}" type="pres">
      <dgm:prSet presAssocID="{841FB3FC-2F2C-4632-9E42-B09BEF28FC43}" presName="L2TextContainer" presStyleLbl="revTx" presStyleIdx="8" presStyleCnt="12">
        <dgm:presLayoutVars>
          <dgm:bulletEnabled val="1"/>
        </dgm:presLayoutVars>
      </dgm:prSet>
      <dgm:spPr/>
    </dgm:pt>
    <dgm:pt modelId="{330D2D7B-D214-D94D-9543-AE796EA6F184}" type="pres">
      <dgm:prSet presAssocID="{841FB3FC-2F2C-4632-9E42-B09BEF28FC43}" presName="L1TextContainer" presStyleLbl="revTx" presStyleIdx="9" presStyleCnt="12">
        <dgm:presLayoutVars>
          <dgm:chMax val="1"/>
          <dgm:chPref val="1"/>
          <dgm:bulletEnabled val="1"/>
        </dgm:presLayoutVars>
      </dgm:prSet>
      <dgm:spPr/>
    </dgm:pt>
    <dgm:pt modelId="{C8B13ECF-9F31-3245-8D44-9925B9B18AB1}" type="pres">
      <dgm:prSet presAssocID="{841FB3FC-2F2C-4632-9E42-B09BEF28FC43}" presName="ConnectLine" presStyleLbl="sibTrans1D1" presStyleIdx="4" presStyleCnt="6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53B1B942-3719-604B-8769-A5F30CCE25AA}" type="pres">
      <dgm:prSet presAssocID="{841FB3FC-2F2C-4632-9E42-B09BEF28FC43}" presName="EmptyPlaceHolder" presStyleCnt="0"/>
      <dgm:spPr/>
    </dgm:pt>
    <dgm:pt modelId="{C68868EE-8519-D948-BBBB-034B9F8C5075}" type="pres">
      <dgm:prSet presAssocID="{64761207-7BA5-4EAF-B46C-9B62DBABFE24}" presName="spaceBetweenRectangles" presStyleCnt="0"/>
      <dgm:spPr/>
    </dgm:pt>
    <dgm:pt modelId="{BC086288-55F8-0049-8EFA-E5780904E186}" type="pres">
      <dgm:prSet presAssocID="{E93C6D7F-BD57-4267-BFD8-6D8C1EB2CFEA}" presName="composite" presStyleCnt="0"/>
      <dgm:spPr/>
    </dgm:pt>
    <dgm:pt modelId="{51EF0B7C-7F52-244D-BD43-3C269C80EBD2}" type="pres">
      <dgm:prSet presAssocID="{E93C6D7F-BD57-4267-BFD8-6D8C1EB2CFEA}" presName="ConnectorPoint" presStyleLbl="lnNode1" presStyleIdx="5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4C6A1733-C51E-914C-96C2-812B470E409E}" type="pres">
      <dgm:prSet presAssocID="{E93C6D7F-BD57-4267-BFD8-6D8C1EB2CFEA}" presName="DropPinPlaceHolder" presStyleCnt="0"/>
      <dgm:spPr/>
    </dgm:pt>
    <dgm:pt modelId="{CAFE5168-997D-F844-ADDF-C147D6C0A1F9}" type="pres">
      <dgm:prSet presAssocID="{E93C6D7F-BD57-4267-BFD8-6D8C1EB2CFEA}" presName="DropPin" presStyleLbl="alignNode1" presStyleIdx="5" presStyleCnt="6"/>
      <dgm:spPr/>
    </dgm:pt>
    <dgm:pt modelId="{D7206A92-9778-4A42-A2CE-9D6EF4EAA7D4}" type="pres">
      <dgm:prSet presAssocID="{E93C6D7F-BD57-4267-BFD8-6D8C1EB2CFEA}" presName="Ellipse" presStyleLbl="fgAcc1" presStyleIdx="6" presStyleCnt="7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63BC7ECC-9373-274D-8038-A2650E49DA4D}" type="pres">
      <dgm:prSet presAssocID="{E93C6D7F-BD57-4267-BFD8-6D8C1EB2CFEA}" presName="L2TextContainer" presStyleLbl="revTx" presStyleIdx="10" presStyleCnt="12">
        <dgm:presLayoutVars>
          <dgm:bulletEnabled val="1"/>
        </dgm:presLayoutVars>
      </dgm:prSet>
      <dgm:spPr/>
    </dgm:pt>
    <dgm:pt modelId="{077F4754-31B0-D244-BB31-7CD6D0A0A57C}" type="pres">
      <dgm:prSet presAssocID="{E93C6D7F-BD57-4267-BFD8-6D8C1EB2CFEA}" presName="L1TextContainer" presStyleLbl="revTx" presStyleIdx="11" presStyleCnt="12">
        <dgm:presLayoutVars>
          <dgm:chMax val="1"/>
          <dgm:chPref val="1"/>
          <dgm:bulletEnabled val="1"/>
        </dgm:presLayoutVars>
      </dgm:prSet>
      <dgm:spPr/>
    </dgm:pt>
    <dgm:pt modelId="{686DCFFE-618F-5D4A-896D-B82AFD39CCD4}" type="pres">
      <dgm:prSet presAssocID="{E93C6D7F-BD57-4267-BFD8-6D8C1EB2CFEA}" presName="ConnectLine" presStyleLbl="sibTrans1D1" presStyleIdx="5" presStyleCnt="6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9DFC13E9-4E85-A64C-B3FC-AADC7080B2AF}" type="pres">
      <dgm:prSet presAssocID="{E93C6D7F-BD57-4267-BFD8-6D8C1EB2CFEA}" presName="EmptyPlaceHolder" presStyleCnt="0"/>
      <dgm:spPr/>
    </dgm:pt>
  </dgm:ptLst>
  <dgm:cxnLst>
    <dgm:cxn modelId="{59228F0B-2EE6-8C4F-9ADA-C795942556E0}" type="presOf" srcId="{836352BC-8128-43F6-9FFF-2878C4CF5A12}" destId="{3FD0154F-E977-2545-A16C-33589E74508F}" srcOrd="0" destOrd="0" presId="urn:microsoft.com/office/officeart/2017/3/layout/DropPinTimeline"/>
    <dgm:cxn modelId="{7018620C-C1AB-4ECE-AE4D-83B16EEDE8CD}" srcId="{C26F6FD6-52BD-41AE-9D54-A10FE9812EE5}" destId="{35038C5E-01FF-4041-944B-46696A3C1B79}" srcOrd="0" destOrd="0" parTransId="{D24608C8-5841-4492-8398-8E2C5978E93C}" sibTransId="{1EE3D043-8126-49AE-B83C-037376D8C492}"/>
    <dgm:cxn modelId="{0DDDC60D-797D-4111-A265-F746B2F8394F}" srcId="{84B2A702-70F8-4357-9CE2-3578423E548F}" destId="{C24C989F-97C9-4D03-99E6-DC472F7FBC06}" srcOrd="1" destOrd="0" parTransId="{A5EC808B-EFFB-4498-9D9D-C70943034A17}" sibTransId="{88EF46A7-4BE7-46B9-95B6-2A44D844C1C6}"/>
    <dgm:cxn modelId="{0ED5E216-47B7-4CA3-AC93-559716DFFD73}" srcId="{50BAF4FA-4CDD-48FB-B46C-62A458E32B76}" destId="{77D2A7E5-3ED9-466D-A50C-AC68079E097D}" srcOrd="0" destOrd="0" parTransId="{AEBE3D7C-CD30-4C71-A8FB-030FCD701508}" sibTransId="{18819E4B-91A1-499B-B217-EBBDEFEDD05F}"/>
    <dgm:cxn modelId="{3DF0D720-3AE7-44AD-87A5-03F549B7D0B8}" srcId="{84B2A702-70F8-4357-9CE2-3578423E548F}" destId="{46F60594-870B-4810-9F54-D043A2005A5B}" srcOrd="0" destOrd="0" parTransId="{F1DC1691-98F2-459B-BF0B-26FF38CCFA0D}" sibTransId="{7F366B59-7CE9-44AB-88C5-8ED99BDB6AD8}"/>
    <dgm:cxn modelId="{3114FC22-1C20-CD4A-ABC4-80498AA25493}" type="presOf" srcId="{C24C989F-97C9-4D03-99E6-DC472F7FBC06}" destId="{BA588528-2425-9445-813B-E5175FF3576E}" srcOrd="0" destOrd="1" presId="urn:microsoft.com/office/officeart/2017/3/layout/DropPinTimeline"/>
    <dgm:cxn modelId="{61192323-74EC-485E-9BDB-212F4567A42F}" srcId="{E3F16460-9BCC-4CD8-BE6D-9A985B745DA3}" destId="{E93C6D7F-BD57-4267-BFD8-6D8C1EB2CFEA}" srcOrd="5" destOrd="0" parTransId="{B855D31D-9607-4DC9-86FF-C3C2756AABB4}" sibTransId="{681E4F2A-F590-4191-A30E-5ED868D8E8C0}"/>
    <dgm:cxn modelId="{E4570735-A601-5446-BA64-7076AE5930EE}" type="presOf" srcId="{84B2A702-70F8-4357-9CE2-3578423E548F}" destId="{12206238-AD81-8241-902C-A27A26528CE7}" srcOrd="0" destOrd="0" presId="urn:microsoft.com/office/officeart/2017/3/layout/DropPinTimeline"/>
    <dgm:cxn modelId="{21E0AE43-5D6D-4341-B4F1-FDEC4F904AAC}" type="presOf" srcId="{2585DC85-324B-4101-924B-FAFBE7ECACAB}" destId="{F55F9C0B-BAAD-4E43-ACB9-07134322B287}" srcOrd="0" destOrd="0" presId="urn:microsoft.com/office/officeart/2017/3/layout/DropPinTimeline"/>
    <dgm:cxn modelId="{AA66AA4F-A3A8-6F4B-9FBA-7DD8CD86E100}" type="presOf" srcId="{E3F16460-9BCC-4CD8-BE6D-9A985B745DA3}" destId="{AA8DA90B-9216-974C-9422-1A9181B46F60}" srcOrd="0" destOrd="0" presId="urn:microsoft.com/office/officeart/2017/3/layout/DropPinTimeline"/>
    <dgm:cxn modelId="{F3B76F50-28EB-4E2A-9D13-6B28BD21C1B0}" srcId="{E93C6D7F-BD57-4267-BFD8-6D8C1EB2CFEA}" destId="{431B0D3E-E7C8-4B37-897D-0EF70F92D538}" srcOrd="0" destOrd="0" parTransId="{E92D5B4D-6CE9-480D-9F8D-F3D82377E4F7}" sibTransId="{DD343E81-3D0F-4643-B624-B02BF56CDAA8}"/>
    <dgm:cxn modelId="{34BA4866-70AB-E34B-8FF9-5D12227E41E4}" type="presOf" srcId="{841FB3FC-2F2C-4632-9E42-B09BEF28FC43}" destId="{330D2D7B-D214-D94D-9543-AE796EA6F184}" srcOrd="0" destOrd="0" presId="urn:microsoft.com/office/officeart/2017/3/layout/DropPinTimeline"/>
    <dgm:cxn modelId="{357B6A6F-B2FE-4E88-AA29-1DD681E60A14}" srcId="{E3F16460-9BCC-4CD8-BE6D-9A985B745DA3}" destId="{1695A66E-2C97-4E15-87DD-6CD5E7BA8D75}" srcOrd="2" destOrd="0" parTransId="{CC023053-36CF-4FD0-83FF-9F5D0CE28E9A}" sibTransId="{C8A53063-EEFC-48D5-9705-08ECC0FEADAD}"/>
    <dgm:cxn modelId="{2FD06F84-F7D1-4DAC-89E0-361C5EAC0465}" srcId="{E3F16460-9BCC-4CD8-BE6D-9A985B745DA3}" destId="{C26F6FD6-52BD-41AE-9D54-A10FE9812EE5}" srcOrd="1" destOrd="0" parTransId="{7386CD82-6036-4302-89C9-E3D6C3CF3021}" sibTransId="{4735770C-A638-4E05-9C9D-C482BD3D5FAC}"/>
    <dgm:cxn modelId="{D5DFF588-D6AD-B44B-9F0E-AB23C126D81E}" type="presOf" srcId="{77D2A7E5-3ED9-466D-A50C-AC68079E097D}" destId="{63934520-7148-A04E-91D4-13BDF8DC97D3}" srcOrd="0" destOrd="0" presId="urn:microsoft.com/office/officeart/2017/3/layout/DropPinTimeline"/>
    <dgm:cxn modelId="{6BFA338F-0779-4C11-8F15-FC7C08A76B6B}" srcId="{E3F16460-9BCC-4CD8-BE6D-9A985B745DA3}" destId="{84B2A702-70F8-4357-9CE2-3578423E548F}" srcOrd="0" destOrd="0" parTransId="{4EAC8C47-1AE1-4CF1-B5B2-CA39BC7FB7E1}" sibTransId="{092954C9-5B15-4ECC-A0BF-2A3F9E056B3D}"/>
    <dgm:cxn modelId="{6288BF90-D70E-764E-ADEB-FC3FEA5DCEAC}" type="presOf" srcId="{E93C6D7F-BD57-4267-BFD8-6D8C1EB2CFEA}" destId="{077F4754-31B0-D244-BB31-7CD6D0A0A57C}" srcOrd="0" destOrd="0" presId="urn:microsoft.com/office/officeart/2017/3/layout/DropPinTimeline"/>
    <dgm:cxn modelId="{868A1995-73B2-D24E-997A-9DA13EB88A06}" type="presOf" srcId="{431B0D3E-E7C8-4B37-897D-0EF70F92D538}" destId="{63BC7ECC-9373-274D-8038-A2650E49DA4D}" srcOrd="0" destOrd="0" presId="urn:microsoft.com/office/officeart/2017/3/layout/DropPinTimeline"/>
    <dgm:cxn modelId="{6D45A8AB-8592-564F-A2B0-9417FD546A5B}" type="presOf" srcId="{46F60594-870B-4810-9F54-D043A2005A5B}" destId="{BA588528-2425-9445-813B-E5175FF3576E}" srcOrd="0" destOrd="0" presId="urn:microsoft.com/office/officeart/2017/3/layout/DropPinTimeline"/>
    <dgm:cxn modelId="{1A217EAF-854F-4748-A2A1-F82EDD981957}" type="presOf" srcId="{1695A66E-2C97-4E15-87DD-6CD5E7BA8D75}" destId="{ED8E4382-8FEA-1A4C-A131-68895E4A681C}" srcOrd="0" destOrd="0" presId="urn:microsoft.com/office/officeart/2017/3/layout/DropPinTimeline"/>
    <dgm:cxn modelId="{D71B04BA-8BB3-EA49-B979-4D075AD7C096}" type="presOf" srcId="{C26F6FD6-52BD-41AE-9D54-A10FE9812EE5}" destId="{0C9F1796-C04F-E549-8F93-8C87B84FAF19}" srcOrd="0" destOrd="0" presId="urn:microsoft.com/office/officeart/2017/3/layout/DropPinTimeline"/>
    <dgm:cxn modelId="{3B3F8EBF-144A-8D49-80FF-B6FEE47BDA28}" type="presOf" srcId="{50BAF4FA-4CDD-48FB-B46C-62A458E32B76}" destId="{0017F918-B581-E74C-9A80-36B8279E1BEB}" srcOrd="0" destOrd="0" presId="urn:microsoft.com/office/officeart/2017/3/layout/DropPinTimeline"/>
    <dgm:cxn modelId="{A3DD8CC0-F5A4-4E37-A39B-F392F8B15FF0}" srcId="{E3F16460-9BCC-4CD8-BE6D-9A985B745DA3}" destId="{841FB3FC-2F2C-4632-9E42-B09BEF28FC43}" srcOrd="4" destOrd="0" parTransId="{EF656B2B-5AC8-454A-8ECB-B93C32E5E1A6}" sibTransId="{64761207-7BA5-4EAF-B46C-9B62DBABFE24}"/>
    <dgm:cxn modelId="{A8A023D7-CB60-DE4A-B00C-C4F89A4D86A4}" type="presOf" srcId="{35038C5E-01FF-4041-944B-46696A3C1B79}" destId="{95B22CBA-7D0C-0745-8594-5FEC948E873F}" srcOrd="0" destOrd="0" presId="urn:microsoft.com/office/officeart/2017/3/layout/DropPinTimeline"/>
    <dgm:cxn modelId="{5A1F3FD9-4AFA-4664-829E-4603884DA376}" srcId="{841FB3FC-2F2C-4632-9E42-B09BEF28FC43}" destId="{2585DC85-324B-4101-924B-FAFBE7ECACAB}" srcOrd="0" destOrd="0" parTransId="{6E72ABE6-DD97-4E85-9086-533A91B365B7}" sibTransId="{62F2FCFB-544C-49B7-86F3-4ECC14213C05}"/>
    <dgm:cxn modelId="{3406ABDE-0A48-4977-8869-F3BB1F3F4D60}" srcId="{1695A66E-2C97-4E15-87DD-6CD5E7BA8D75}" destId="{836352BC-8128-43F6-9FFF-2878C4CF5A12}" srcOrd="0" destOrd="0" parTransId="{9EDDB42A-ACB6-4F36-8996-3751E98AFB5D}" sibTransId="{D63BAFA9-773D-4F53-9A00-DF349CD207C8}"/>
    <dgm:cxn modelId="{0790EDF1-C5CC-47FF-946F-610672162922}" srcId="{E3F16460-9BCC-4CD8-BE6D-9A985B745DA3}" destId="{50BAF4FA-4CDD-48FB-B46C-62A458E32B76}" srcOrd="3" destOrd="0" parTransId="{15A36F40-677D-40A3-9BCC-D462CA1A630B}" sibTransId="{3443001A-C3A4-44A0-84CB-F838D1C47E4D}"/>
    <dgm:cxn modelId="{5939EE8E-4F6E-4F41-94F2-A9BB7D8A6A61}" type="presParOf" srcId="{AA8DA90B-9216-974C-9422-1A9181B46F60}" destId="{B63F604E-E3E4-824C-9E0D-F2375FC22F1D}" srcOrd="0" destOrd="0" presId="urn:microsoft.com/office/officeart/2017/3/layout/DropPinTimeline"/>
    <dgm:cxn modelId="{58D7C397-6ED0-1A4C-90C4-0835042EB316}" type="presParOf" srcId="{AA8DA90B-9216-974C-9422-1A9181B46F60}" destId="{1315EBAA-6DC3-1547-A7A2-BAA2EDEED3B0}" srcOrd="1" destOrd="0" presId="urn:microsoft.com/office/officeart/2017/3/layout/DropPinTimeline"/>
    <dgm:cxn modelId="{83714695-6980-F142-B313-19C8C58617A5}" type="presParOf" srcId="{1315EBAA-6DC3-1547-A7A2-BAA2EDEED3B0}" destId="{A93CF071-E13C-2F44-B212-CEDE2EABDE2F}" srcOrd="0" destOrd="0" presId="urn:microsoft.com/office/officeart/2017/3/layout/DropPinTimeline"/>
    <dgm:cxn modelId="{CE5F7ADB-BCC3-B940-8214-8A634FE19977}" type="presParOf" srcId="{A93CF071-E13C-2F44-B212-CEDE2EABDE2F}" destId="{4144BFA3-89B3-A944-A7A7-6CD683FB590B}" srcOrd="0" destOrd="0" presId="urn:microsoft.com/office/officeart/2017/3/layout/DropPinTimeline"/>
    <dgm:cxn modelId="{0940FEE9-CA65-184E-96C9-1AAF254AFEE9}" type="presParOf" srcId="{A93CF071-E13C-2F44-B212-CEDE2EABDE2F}" destId="{49436B82-4F94-4A44-B0B4-1C0AE8B1EF67}" srcOrd="1" destOrd="0" presId="urn:microsoft.com/office/officeart/2017/3/layout/DropPinTimeline"/>
    <dgm:cxn modelId="{3BC7F8F1-76EF-9B41-B8B2-8B18519335FE}" type="presParOf" srcId="{49436B82-4F94-4A44-B0B4-1C0AE8B1EF67}" destId="{EED60ACC-EF1F-B542-B54C-580123FFECB0}" srcOrd="0" destOrd="0" presId="urn:microsoft.com/office/officeart/2017/3/layout/DropPinTimeline"/>
    <dgm:cxn modelId="{C102D434-8278-2543-968B-F82B484D8DEF}" type="presParOf" srcId="{49436B82-4F94-4A44-B0B4-1C0AE8B1EF67}" destId="{2DC5D558-F0B6-BE4D-B90C-A6FCE0929071}" srcOrd="1" destOrd="0" presId="urn:microsoft.com/office/officeart/2017/3/layout/DropPinTimeline"/>
    <dgm:cxn modelId="{4692329C-0B4F-3848-8C0D-0A002531D76C}" type="presParOf" srcId="{A93CF071-E13C-2F44-B212-CEDE2EABDE2F}" destId="{BA588528-2425-9445-813B-E5175FF3576E}" srcOrd="2" destOrd="0" presId="urn:microsoft.com/office/officeart/2017/3/layout/DropPinTimeline"/>
    <dgm:cxn modelId="{D4FD47AC-1D59-6C43-8437-3D9AAB570FD8}" type="presParOf" srcId="{A93CF071-E13C-2F44-B212-CEDE2EABDE2F}" destId="{12206238-AD81-8241-902C-A27A26528CE7}" srcOrd="3" destOrd="0" presId="urn:microsoft.com/office/officeart/2017/3/layout/DropPinTimeline"/>
    <dgm:cxn modelId="{AD318BF5-7F5E-994C-A666-E7B0C0B2D669}" type="presParOf" srcId="{A93CF071-E13C-2F44-B212-CEDE2EABDE2F}" destId="{90FE25EB-DE2C-B34A-B0BF-071C343AC858}" srcOrd="4" destOrd="0" presId="urn:microsoft.com/office/officeart/2017/3/layout/DropPinTimeline"/>
    <dgm:cxn modelId="{922B03DE-95D1-0C45-96BF-C745D14FCA8B}" type="presParOf" srcId="{A93CF071-E13C-2F44-B212-CEDE2EABDE2F}" destId="{39BA597D-1027-7246-8E28-20D9677BAA1F}" srcOrd="5" destOrd="0" presId="urn:microsoft.com/office/officeart/2017/3/layout/DropPinTimeline"/>
    <dgm:cxn modelId="{35B4703B-DBD9-8F46-9AC3-04B7EDF9AC6A}" type="presParOf" srcId="{1315EBAA-6DC3-1547-A7A2-BAA2EDEED3B0}" destId="{A2F47E3B-85E3-0242-AC71-FC3CC7C8A7FF}" srcOrd="1" destOrd="0" presId="urn:microsoft.com/office/officeart/2017/3/layout/DropPinTimeline"/>
    <dgm:cxn modelId="{2D0DAC22-2539-384A-94ED-614103B337A7}" type="presParOf" srcId="{1315EBAA-6DC3-1547-A7A2-BAA2EDEED3B0}" destId="{FEC874F5-8F24-944E-A985-59E6183E54FB}" srcOrd="2" destOrd="0" presId="urn:microsoft.com/office/officeart/2017/3/layout/DropPinTimeline"/>
    <dgm:cxn modelId="{1AC0DF6D-35E6-5D4C-B3A3-7D75B9358704}" type="presParOf" srcId="{FEC874F5-8F24-944E-A985-59E6183E54FB}" destId="{56E560F7-6BC8-AC42-BD50-85980311C6EB}" srcOrd="0" destOrd="0" presId="urn:microsoft.com/office/officeart/2017/3/layout/DropPinTimeline"/>
    <dgm:cxn modelId="{FE5727AB-7B7B-9F48-9AF9-36CDDCCB19BF}" type="presParOf" srcId="{FEC874F5-8F24-944E-A985-59E6183E54FB}" destId="{766AC2AA-D030-4247-936F-DFAE74DAF788}" srcOrd="1" destOrd="0" presId="urn:microsoft.com/office/officeart/2017/3/layout/DropPinTimeline"/>
    <dgm:cxn modelId="{FE69B5B5-2A4A-5B4D-A53B-7774592DCEFF}" type="presParOf" srcId="{766AC2AA-D030-4247-936F-DFAE74DAF788}" destId="{C06F6E1E-47E8-F444-A5DA-5C141FB63EC3}" srcOrd="0" destOrd="0" presId="urn:microsoft.com/office/officeart/2017/3/layout/DropPinTimeline"/>
    <dgm:cxn modelId="{031FD5F1-45F1-3541-96BC-FB454B1F6707}" type="presParOf" srcId="{766AC2AA-D030-4247-936F-DFAE74DAF788}" destId="{772F2869-E733-6E4C-9105-4A92DDCD97AF}" srcOrd="1" destOrd="0" presId="urn:microsoft.com/office/officeart/2017/3/layout/DropPinTimeline"/>
    <dgm:cxn modelId="{8C8F8563-757C-3544-A86A-0C337361D395}" type="presParOf" srcId="{FEC874F5-8F24-944E-A985-59E6183E54FB}" destId="{95B22CBA-7D0C-0745-8594-5FEC948E873F}" srcOrd="2" destOrd="0" presId="urn:microsoft.com/office/officeart/2017/3/layout/DropPinTimeline"/>
    <dgm:cxn modelId="{EDA6EB3D-BFE8-6841-A81D-3AB6B56647DC}" type="presParOf" srcId="{FEC874F5-8F24-944E-A985-59E6183E54FB}" destId="{0C9F1796-C04F-E549-8F93-8C87B84FAF19}" srcOrd="3" destOrd="0" presId="urn:microsoft.com/office/officeart/2017/3/layout/DropPinTimeline"/>
    <dgm:cxn modelId="{64887891-A7BB-DF48-82A8-2D3E40BF7C48}" type="presParOf" srcId="{FEC874F5-8F24-944E-A985-59E6183E54FB}" destId="{96CF6314-7036-264F-B9A1-C171A17CDD8D}" srcOrd="4" destOrd="0" presId="urn:microsoft.com/office/officeart/2017/3/layout/DropPinTimeline"/>
    <dgm:cxn modelId="{D744E322-CB3F-1C47-BD2B-12CC3B3B04CB}" type="presParOf" srcId="{FEC874F5-8F24-944E-A985-59E6183E54FB}" destId="{54F4D904-DFB3-AA45-88B4-90A7E147BC0E}" srcOrd="5" destOrd="0" presId="urn:microsoft.com/office/officeart/2017/3/layout/DropPinTimeline"/>
    <dgm:cxn modelId="{4143484E-743B-804F-ABC3-4321D34E2FBB}" type="presParOf" srcId="{1315EBAA-6DC3-1547-A7A2-BAA2EDEED3B0}" destId="{DA69E4BE-525D-8640-A687-3A3F8355FB6B}" srcOrd="3" destOrd="0" presId="urn:microsoft.com/office/officeart/2017/3/layout/DropPinTimeline"/>
    <dgm:cxn modelId="{D62B0B5D-1EF2-8C4A-9549-D9B49C986B33}" type="presParOf" srcId="{1315EBAA-6DC3-1547-A7A2-BAA2EDEED3B0}" destId="{E6DB0EBA-E17B-404C-89F3-FB5DA6889D3F}" srcOrd="4" destOrd="0" presId="urn:microsoft.com/office/officeart/2017/3/layout/DropPinTimeline"/>
    <dgm:cxn modelId="{E7B3946A-B4F4-6647-A3A4-0672123B8CBA}" type="presParOf" srcId="{E6DB0EBA-E17B-404C-89F3-FB5DA6889D3F}" destId="{B7672E22-6B2E-F748-8D12-D9C415F895F7}" srcOrd="0" destOrd="0" presId="urn:microsoft.com/office/officeart/2017/3/layout/DropPinTimeline"/>
    <dgm:cxn modelId="{340F671A-C1E2-7A46-9927-BE5DB755D479}" type="presParOf" srcId="{E6DB0EBA-E17B-404C-89F3-FB5DA6889D3F}" destId="{B36398AB-5091-E54B-BC63-F410610ED096}" srcOrd="1" destOrd="0" presId="urn:microsoft.com/office/officeart/2017/3/layout/DropPinTimeline"/>
    <dgm:cxn modelId="{B0C77E4A-F9C7-0842-A2CA-2F6C60B4D036}" type="presParOf" srcId="{B36398AB-5091-E54B-BC63-F410610ED096}" destId="{7B33CC2B-C3C6-CD43-861D-2CD3B763FA56}" srcOrd="0" destOrd="0" presId="urn:microsoft.com/office/officeart/2017/3/layout/DropPinTimeline"/>
    <dgm:cxn modelId="{09400241-8A05-F641-91C9-ABC214FCEB0C}" type="presParOf" srcId="{B36398AB-5091-E54B-BC63-F410610ED096}" destId="{006637F2-EAD3-DB4A-AC9D-758E14F3D116}" srcOrd="1" destOrd="0" presId="urn:microsoft.com/office/officeart/2017/3/layout/DropPinTimeline"/>
    <dgm:cxn modelId="{35C6D377-48F5-9746-B29B-39C837CB2D57}" type="presParOf" srcId="{E6DB0EBA-E17B-404C-89F3-FB5DA6889D3F}" destId="{3FD0154F-E977-2545-A16C-33589E74508F}" srcOrd="2" destOrd="0" presId="urn:microsoft.com/office/officeart/2017/3/layout/DropPinTimeline"/>
    <dgm:cxn modelId="{8C45284A-50B8-514D-95F7-CE3E63C8C318}" type="presParOf" srcId="{E6DB0EBA-E17B-404C-89F3-FB5DA6889D3F}" destId="{ED8E4382-8FEA-1A4C-A131-68895E4A681C}" srcOrd="3" destOrd="0" presId="urn:microsoft.com/office/officeart/2017/3/layout/DropPinTimeline"/>
    <dgm:cxn modelId="{5041A513-CA55-D340-9763-0441C9896735}" type="presParOf" srcId="{E6DB0EBA-E17B-404C-89F3-FB5DA6889D3F}" destId="{DF4F73F5-EB67-8A45-968F-7B56A70AC4F9}" srcOrd="4" destOrd="0" presId="urn:microsoft.com/office/officeart/2017/3/layout/DropPinTimeline"/>
    <dgm:cxn modelId="{533A81CB-5679-2F41-9D6A-7FBB85175C48}" type="presParOf" srcId="{E6DB0EBA-E17B-404C-89F3-FB5DA6889D3F}" destId="{578D0A6B-D906-F443-911A-65650FC77756}" srcOrd="5" destOrd="0" presId="urn:microsoft.com/office/officeart/2017/3/layout/DropPinTimeline"/>
    <dgm:cxn modelId="{9601F177-F0CA-E241-9B52-3261AD1E08DB}" type="presParOf" srcId="{1315EBAA-6DC3-1547-A7A2-BAA2EDEED3B0}" destId="{432B657E-9087-8A45-8261-CEF99DCE7A27}" srcOrd="5" destOrd="0" presId="urn:microsoft.com/office/officeart/2017/3/layout/DropPinTimeline"/>
    <dgm:cxn modelId="{18CF6426-57D9-8942-A98E-B0933BA8C726}" type="presParOf" srcId="{1315EBAA-6DC3-1547-A7A2-BAA2EDEED3B0}" destId="{19FF9445-5EF3-B74C-AD1D-B9EA259E6BFA}" srcOrd="6" destOrd="0" presId="urn:microsoft.com/office/officeart/2017/3/layout/DropPinTimeline"/>
    <dgm:cxn modelId="{D7B541E3-FE1A-9C4C-B4B5-43CD8310BF4F}" type="presParOf" srcId="{19FF9445-5EF3-B74C-AD1D-B9EA259E6BFA}" destId="{3D4CBB44-C619-EF44-9B16-EBCA22673B24}" srcOrd="0" destOrd="0" presId="urn:microsoft.com/office/officeart/2017/3/layout/DropPinTimeline"/>
    <dgm:cxn modelId="{625045B2-A7E4-534E-8D0E-8A27EA52DA72}" type="presParOf" srcId="{19FF9445-5EF3-B74C-AD1D-B9EA259E6BFA}" destId="{6402C706-6D42-B345-8B8D-9C94FCA7C841}" srcOrd="1" destOrd="0" presId="urn:microsoft.com/office/officeart/2017/3/layout/DropPinTimeline"/>
    <dgm:cxn modelId="{0300A8DF-3382-BE4F-9C2A-E9FAF38CE5DA}" type="presParOf" srcId="{6402C706-6D42-B345-8B8D-9C94FCA7C841}" destId="{23D1CBA4-746B-A542-BCB3-175A08033A0F}" srcOrd="0" destOrd="0" presId="urn:microsoft.com/office/officeart/2017/3/layout/DropPinTimeline"/>
    <dgm:cxn modelId="{EDB6491A-37C8-B447-9E50-792FAEDC3F98}" type="presParOf" srcId="{6402C706-6D42-B345-8B8D-9C94FCA7C841}" destId="{B64BA0FA-66D4-3042-9252-33BFFACA7666}" srcOrd="1" destOrd="0" presId="urn:microsoft.com/office/officeart/2017/3/layout/DropPinTimeline"/>
    <dgm:cxn modelId="{098ABD05-FF50-F54D-8C34-BAE91D6F45D4}" type="presParOf" srcId="{19FF9445-5EF3-B74C-AD1D-B9EA259E6BFA}" destId="{63934520-7148-A04E-91D4-13BDF8DC97D3}" srcOrd="2" destOrd="0" presId="urn:microsoft.com/office/officeart/2017/3/layout/DropPinTimeline"/>
    <dgm:cxn modelId="{33FFB71A-2D60-8040-BEE8-B92071D85633}" type="presParOf" srcId="{19FF9445-5EF3-B74C-AD1D-B9EA259E6BFA}" destId="{0017F918-B581-E74C-9A80-36B8279E1BEB}" srcOrd="3" destOrd="0" presId="urn:microsoft.com/office/officeart/2017/3/layout/DropPinTimeline"/>
    <dgm:cxn modelId="{76F771C7-850F-4C46-8F80-0A8E837D84A0}" type="presParOf" srcId="{19FF9445-5EF3-B74C-AD1D-B9EA259E6BFA}" destId="{6D4E91E3-EBD1-6B4F-A638-DDCA98A3E704}" srcOrd="4" destOrd="0" presId="urn:microsoft.com/office/officeart/2017/3/layout/DropPinTimeline"/>
    <dgm:cxn modelId="{BD6FACD4-17CB-2B42-9F4E-EF72D8F8EB0E}" type="presParOf" srcId="{19FF9445-5EF3-B74C-AD1D-B9EA259E6BFA}" destId="{563894C9-0B11-DA4D-B69E-5829F0A04518}" srcOrd="5" destOrd="0" presId="urn:microsoft.com/office/officeart/2017/3/layout/DropPinTimeline"/>
    <dgm:cxn modelId="{686CFF16-242E-884C-A7FD-28A5A19002E0}" type="presParOf" srcId="{1315EBAA-6DC3-1547-A7A2-BAA2EDEED3B0}" destId="{CEA39D62-0DB5-164D-A327-0E80AC72D7F8}" srcOrd="7" destOrd="0" presId="urn:microsoft.com/office/officeart/2017/3/layout/DropPinTimeline"/>
    <dgm:cxn modelId="{6BD53112-3D6C-DF44-B71D-8DF75B6FD133}" type="presParOf" srcId="{1315EBAA-6DC3-1547-A7A2-BAA2EDEED3B0}" destId="{CD539F12-8586-3241-9BAF-E2549D427921}" srcOrd="8" destOrd="0" presId="urn:microsoft.com/office/officeart/2017/3/layout/DropPinTimeline"/>
    <dgm:cxn modelId="{34ACD6B3-2A92-2546-A7AD-9B7811ABC481}" type="presParOf" srcId="{CD539F12-8586-3241-9BAF-E2549D427921}" destId="{EBAA0CC6-4D91-304B-A89C-48E4AE5DB3B9}" srcOrd="0" destOrd="0" presId="urn:microsoft.com/office/officeart/2017/3/layout/DropPinTimeline"/>
    <dgm:cxn modelId="{2B805A3B-F072-DE42-841C-DB44A451B0BC}" type="presParOf" srcId="{CD539F12-8586-3241-9BAF-E2549D427921}" destId="{6F51FE6E-BCE1-BC48-92CB-612FA4BBDC6C}" srcOrd="1" destOrd="0" presId="urn:microsoft.com/office/officeart/2017/3/layout/DropPinTimeline"/>
    <dgm:cxn modelId="{AAE50FA7-7610-6845-A846-9599D0B32945}" type="presParOf" srcId="{6F51FE6E-BCE1-BC48-92CB-612FA4BBDC6C}" destId="{4EA3D0CC-3F95-EF45-89E9-9B17F6B3D98B}" srcOrd="0" destOrd="0" presId="urn:microsoft.com/office/officeart/2017/3/layout/DropPinTimeline"/>
    <dgm:cxn modelId="{25AE7CC8-150D-7C43-BB2C-B2D1F57FE00B}" type="presParOf" srcId="{6F51FE6E-BCE1-BC48-92CB-612FA4BBDC6C}" destId="{42E19CBE-C110-8849-80F2-2F70AB09AED6}" srcOrd="1" destOrd="0" presId="urn:microsoft.com/office/officeart/2017/3/layout/DropPinTimeline"/>
    <dgm:cxn modelId="{FD093624-C373-C247-827D-C1460FCF2DBC}" type="presParOf" srcId="{CD539F12-8586-3241-9BAF-E2549D427921}" destId="{F55F9C0B-BAAD-4E43-ACB9-07134322B287}" srcOrd="2" destOrd="0" presId="urn:microsoft.com/office/officeart/2017/3/layout/DropPinTimeline"/>
    <dgm:cxn modelId="{5F807030-7BD6-A04C-AFDD-48AF9DF7B678}" type="presParOf" srcId="{CD539F12-8586-3241-9BAF-E2549D427921}" destId="{330D2D7B-D214-D94D-9543-AE796EA6F184}" srcOrd="3" destOrd="0" presId="urn:microsoft.com/office/officeart/2017/3/layout/DropPinTimeline"/>
    <dgm:cxn modelId="{32ADC9B4-365C-A844-9E25-394AB742E1B4}" type="presParOf" srcId="{CD539F12-8586-3241-9BAF-E2549D427921}" destId="{C8B13ECF-9F31-3245-8D44-9925B9B18AB1}" srcOrd="4" destOrd="0" presId="urn:microsoft.com/office/officeart/2017/3/layout/DropPinTimeline"/>
    <dgm:cxn modelId="{7C5CD38E-4671-8E4B-8443-4A3E01347724}" type="presParOf" srcId="{CD539F12-8586-3241-9BAF-E2549D427921}" destId="{53B1B942-3719-604B-8769-A5F30CCE25AA}" srcOrd="5" destOrd="0" presId="urn:microsoft.com/office/officeart/2017/3/layout/DropPinTimeline"/>
    <dgm:cxn modelId="{EC10D168-6694-1B41-B2E2-F3384C5BC05B}" type="presParOf" srcId="{1315EBAA-6DC3-1547-A7A2-BAA2EDEED3B0}" destId="{C68868EE-8519-D948-BBBB-034B9F8C5075}" srcOrd="9" destOrd="0" presId="urn:microsoft.com/office/officeart/2017/3/layout/DropPinTimeline"/>
    <dgm:cxn modelId="{1C923F70-9141-F044-9BC6-AB7EF76BEAE5}" type="presParOf" srcId="{1315EBAA-6DC3-1547-A7A2-BAA2EDEED3B0}" destId="{BC086288-55F8-0049-8EFA-E5780904E186}" srcOrd="10" destOrd="0" presId="urn:microsoft.com/office/officeart/2017/3/layout/DropPinTimeline"/>
    <dgm:cxn modelId="{052B5BB6-3388-844B-BFCA-AD71CF99770E}" type="presParOf" srcId="{BC086288-55F8-0049-8EFA-E5780904E186}" destId="{51EF0B7C-7F52-244D-BD43-3C269C80EBD2}" srcOrd="0" destOrd="0" presId="urn:microsoft.com/office/officeart/2017/3/layout/DropPinTimeline"/>
    <dgm:cxn modelId="{802D5202-2B4E-2C44-81A2-B6206DDAA3FA}" type="presParOf" srcId="{BC086288-55F8-0049-8EFA-E5780904E186}" destId="{4C6A1733-C51E-914C-96C2-812B470E409E}" srcOrd="1" destOrd="0" presId="urn:microsoft.com/office/officeart/2017/3/layout/DropPinTimeline"/>
    <dgm:cxn modelId="{F0A97C71-0776-B64A-8781-435A3C34872C}" type="presParOf" srcId="{4C6A1733-C51E-914C-96C2-812B470E409E}" destId="{CAFE5168-997D-F844-ADDF-C147D6C0A1F9}" srcOrd="0" destOrd="0" presId="urn:microsoft.com/office/officeart/2017/3/layout/DropPinTimeline"/>
    <dgm:cxn modelId="{FE42E19C-CAA4-6E4E-93B2-DF0DA9FF3067}" type="presParOf" srcId="{4C6A1733-C51E-914C-96C2-812B470E409E}" destId="{D7206A92-9778-4A42-A2CE-9D6EF4EAA7D4}" srcOrd="1" destOrd="0" presId="urn:microsoft.com/office/officeart/2017/3/layout/DropPinTimeline"/>
    <dgm:cxn modelId="{304DC07C-5AE2-484C-A13B-5238596717D2}" type="presParOf" srcId="{BC086288-55F8-0049-8EFA-E5780904E186}" destId="{63BC7ECC-9373-274D-8038-A2650E49DA4D}" srcOrd="2" destOrd="0" presId="urn:microsoft.com/office/officeart/2017/3/layout/DropPinTimeline"/>
    <dgm:cxn modelId="{30EBFCEA-6378-8E4B-BE70-C1630C628AE2}" type="presParOf" srcId="{BC086288-55F8-0049-8EFA-E5780904E186}" destId="{077F4754-31B0-D244-BB31-7CD6D0A0A57C}" srcOrd="3" destOrd="0" presId="urn:microsoft.com/office/officeart/2017/3/layout/DropPinTimeline"/>
    <dgm:cxn modelId="{37F185E7-AA35-6A46-8A5A-B1B55A6D2973}" type="presParOf" srcId="{BC086288-55F8-0049-8EFA-E5780904E186}" destId="{686DCFFE-618F-5D4A-896D-B82AFD39CCD4}" srcOrd="4" destOrd="0" presId="urn:microsoft.com/office/officeart/2017/3/layout/DropPinTimeline"/>
    <dgm:cxn modelId="{E9BB8E06-B7C7-404A-8677-C10B6A333F9E}" type="presParOf" srcId="{BC086288-55F8-0049-8EFA-E5780904E186}" destId="{9DFC13E9-4E85-A64C-B3FC-AADC7080B2AF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3F604E-E3E4-824C-9E0D-F2375FC22F1D}">
      <dsp:nvSpPr>
        <dsp:cNvPr id="0" name=""/>
        <dsp:cNvSpPr/>
      </dsp:nvSpPr>
      <dsp:spPr>
        <a:xfrm>
          <a:off x="0" y="1631156"/>
          <a:ext cx="788670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D60ACC-EF1F-B542-B54C-580123FFECB0}">
      <dsp:nvSpPr>
        <dsp:cNvPr id="0" name=""/>
        <dsp:cNvSpPr/>
      </dsp:nvSpPr>
      <dsp:spPr>
        <a:xfrm rot="8100000">
          <a:off x="49936" y="375917"/>
          <a:ext cx="239907" cy="239907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DC5D558-F0B6-BE4D-B90C-A6FCE0929071}">
      <dsp:nvSpPr>
        <dsp:cNvPr id="0" name=""/>
        <dsp:cNvSpPr/>
      </dsp:nvSpPr>
      <dsp:spPr>
        <a:xfrm>
          <a:off x="76588" y="402569"/>
          <a:ext cx="186604" cy="18660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588528-2425-9445-813B-E5175FF3576E}">
      <dsp:nvSpPr>
        <dsp:cNvPr id="0" name=""/>
        <dsp:cNvSpPr/>
      </dsp:nvSpPr>
      <dsp:spPr>
        <a:xfrm>
          <a:off x="339530" y="665511"/>
          <a:ext cx="1875342" cy="965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9850" rIns="69850" bIns="10477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Mac@IBM announced at JAMF conference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Microsoft starts work on what will become Windows Autopilot</a:t>
          </a:r>
        </a:p>
      </dsp:txBody>
      <dsp:txXfrm>
        <a:off x="339530" y="665511"/>
        <a:ext cx="1875342" cy="965644"/>
      </dsp:txXfrm>
    </dsp:sp>
    <dsp:sp modelId="{12206238-AD81-8241-902C-A27A26528CE7}">
      <dsp:nvSpPr>
        <dsp:cNvPr id="0" name=""/>
        <dsp:cNvSpPr/>
      </dsp:nvSpPr>
      <dsp:spPr>
        <a:xfrm>
          <a:off x="339530" y="326231"/>
          <a:ext cx="1875342" cy="33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9525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2016</a:t>
          </a:r>
        </a:p>
      </dsp:txBody>
      <dsp:txXfrm>
        <a:off x="339530" y="326231"/>
        <a:ext cx="1875342" cy="339280"/>
      </dsp:txXfrm>
    </dsp:sp>
    <dsp:sp modelId="{90FE25EB-DE2C-B34A-B0BF-071C343AC858}">
      <dsp:nvSpPr>
        <dsp:cNvPr id="0" name=""/>
        <dsp:cNvSpPr/>
      </dsp:nvSpPr>
      <dsp:spPr>
        <a:xfrm>
          <a:off x="169890" y="665511"/>
          <a:ext cx="0" cy="965644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44BFA3-89B3-A944-A7A7-6CD683FB590B}">
      <dsp:nvSpPr>
        <dsp:cNvPr id="0" name=""/>
        <dsp:cNvSpPr/>
      </dsp:nvSpPr>
      <dsp:spPr>
        <a:xfrm>
          <a:off x="139355" y="1600621"/>
          <a:ext cx="61070" cy="610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06F6E1E-47E8-F444-A5DA-5C141FB63EC3}">
      <dsp:nvSpPr>
        <dsp:cNvPr id="0" name=""/>
        <dsp:cNvSpPr/>
      </dsp:nvSpPr>
      <dsp:spPr>
        <a:xfrm rot="18900000">
          <a:off x="1175286" y="2646487"/>
          <a:ext cx="239907" cy="239907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72F2869-E733-6E4C-9105-4A92DDCD97AF}">
      <dsp:nvSpPr>
        <dsp:cNvPr id="0" name=""/>
        <dsp:cNvSpPr/>
      </dsp:nvSpPr>
      <dsp:spPr>
        <a:xfrm>
          <a:off x="1201938" y="2673139"/>
          <a:ext cx="186604" cy="18660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B22CBA-7D0C-0745-8594-5FEC948E873F}">
      <dsp:nvSpPr>
        <dsp:cNvPr id="0" name=""/>
        <dsp:cNvSpPr/>
      </dsp:nvSpPr>
      <dsp:spPr>
        <a:xfrm>
          <a:off x="1464881" y="1631156"/>
          <a:ext cx="1875342" cy="965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4775" rIns="0" bIns="69850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First Windows Autopilot public release in Windows 10 1703</a:t>
          </a:r>
        </a:p>
      </dsp:txBody>
      <dsp:txXfrm>
        <a:off x="1464881" y="1631156"/>
        <a:ext cx="1875342" cy="965644"/>
      </dsp:txXfrm>
    </dsp:sp>
    <dsp:sp modelId="{0C9F1796-C04F-E549-8F93-8C87B84FAF19}">
      <dsp:nvSpPr>
        <dsp:cNvPr id="0" name=""/>
        <dsp:cNvSpPr/>
      </dsp:nvSpPr>
      <dsp:spPr>
        <a:xfrm>
          <a:off x="1464881" y="2596801"/>
          <a:ext cx="1875342" cy="33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9525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2017</a:t>
          </a:r>
        </a:p>
      </dsp:txBody>
      <dsp:txXfrm>
        <a:off x="1464881" y="2596801"/>
        <a:ext cx="1875342" cy="339280"/>
      </dsp:txXfrm>
    </dsp:sp>
    <dsp:sp modelId="{96CF6314-7036-264F-B9A1-C171A17CDD8D}">
      <dsp:nvSpPr>
        <dsp:cNvPr id="0" name=""/>
        <dsp:cNvSpPr/>
      </dsp:nvSpPr>
      <dsp:spPr>
        <a:xfrm>
          <a:off x="1295240" y="1631156"/>
          <a:ext cx="0" cy="965644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E560F7-6BC8-AC42-BD50-85980311C6EB}">
      <dsp:nvSpPr>
        <dsp:cNvPr id="0" name=""/>
        <dsp:cNvSpPr/>
      </dsp:nvSpPr>
      <dsp:spPr>
        <a:xfrm>
          <a:off x="1264705" y="1600621"/>
          <a:ext cx="61070" cy="610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B33CC2B-C3C6-CD43-861D-2CD3B763FA56}">
      <dsp:nvSpPr>
        <dsp:cNvPr id="0" name=""/>
        <dsp:cNvSpPr/>
      </dsp:nvSpPr>
      <dsp:spPr>
        <a:xfrm rot="8100000">
          <a:off x="2300637" y="375917"/>
          <a:ext cx="239907" cy="239907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06637F2-EAD3-DB4A-AC9D-758E14F3D116}">
      <dsp:nvSpPr>
        <dsp:cNvPr id="0" name=""/>
        <dsp:cNvSpPr/>
      </dsp:nvSpPr>
      <dsp:spPr>
        <a:xfrm>
          <a:off x="2327288" y="402569"/>
          <a:ext cx="186604" cy="18660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D0154F-E977-2545-A16C-33589E74508F}">
      <dsp:nvSpPr>
        <dsp:cNvPr id="0" name=""/>
        <dsp:cNvSpPr/>
      </dsp:nvSpPr>
      <dsp:spPr>
        <a:xfrm>
          <a:off x="2590231" y="665511"/>
          <a:ext cx="1875342" cy="965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9850" rIns="69850" bIns="10477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More features added (HAADJ, Self-Deploying, Pre-provisioning)</a:t>
          </a:r>
        </a:p>
      </dsp:txBody>
      <dsp:txXfrm>
        <a:off x="2590231" y="665511"/>
        <a:ext cx="1875342" cy="965644"/>
      </dsp:txXfrm>
    </dsp:sp>
    <dsp:sp modelId="{ED8E4382-8FEA-1A4C-A131-68895E4A681C}">
      <dsp:nvSpPr>
        <dsp:cNvPr id="0" name=""/>
        <dsp:cNvSpPr/>
      </dsp:nvSpPr>
      <dsp:spPr>
        <a:xfrm>
          <a:off x="2590231" y="326231"/>
          <a:ext cx="1875342" cy="33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9525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2018–2019</a:t>
          </a:r>
        </a:p>
      </dsp:txBody>
      <dsp:txXfrm>
        <a:off x="2590231" y="326231"/>
        <a:ext cx="1875342" cy="339280"/>
      </dsp:txXfrm>
    </dsp:sp>
    <dsp:sp modelId="{DF4F73F5-EB67-8A45-968F-7B56A70AC4F9}">
      <dsp:nvSpPr>
        <dsp:cNvPr id="0" name=""/>
        <dsp:cNvSpPr/>
      </dsp:nvSpPr>
      <dsp:spPr>
        <a:xfrm>
          <a:off x="2420590" y="665511"/>
          <a:ext cx="0" cy="965644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672E22-6B2E-F748-8D12-D9C415F895F7}">
      <dsp:nvSpPr>
        <dsp:cNvPr id="0" name=""/>
        <dsp:cNvSpPr/>
      </dsp:nvSpPr>
      <dsp:spPr>
        <a:xfrm>
          <a:off x="2390055" y="1600621"/>
          <a:ext cx="61070" cy="610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3D1CBA4-746B-A542-BCB3-175A08033A0F}">
      <dsp:nvSpPr>
        <dsp:cNvPr id="0" name=""/>
        <dsp:cNvSpPr/>
      </dsp:nvSpPr>
      <dsp:spPr>
        <a:xfrm rot="18900000">
          <a:off x="3425987" y="2646487"/>
          <a:ext cx="239907" cy="239907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64BA0FA-66D4-3042-9252-33BFFACA7666}">
      <dsp:nvSpPr>
        <dsp:cNvPr id="0" name=""/>
        <dsp:cNvSpPr/>
      </dsp:nvSpPr>
      <dsp:spPr>
        <a:xfrm>
          <a:off x="3452639" y="2673139"/>
          <a:ext cx="186604" cy="18660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934520-7148-A04E-91D4-13BDF8DC97D3}">
      <dsp:nvSpPr>
        <dsp:cNvPr id="0" name=""/>
        <dsp:cNvSpPr/>
      </dsp:nvSpPr>
      <dsp:spPr>
        <a:xfrm>
          <a:off x="3715581" y="1631156"/>
          <a:ext cx="1875342" cy="965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4775" rIns="0" bIns="69850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Nothing of significance</a:t>
          </a:r>
        </a:p>
      </dsp:txBody>
      <dsp:txXfrm>
        <a:off x="3715581" y="1631156"/>
        <a:ext cx="1875342" cy="965644"/>
      </dsp:txXfrm>
    </dsp:sp>
    <dsp:sp modelId="{0017F918-B581-E74C-9A80-36B8279E1BEB}">
      <dsp:nvSpPr>
        <dsp:cNvPr id="0" name=""/>
        <dsp:cNvSpPr/>
      </dsp:nvSpPr>
      <dsp:spPr>
        <a:xfrm>
          <a:off x="3715581" y="2596801"/>
          <a:ext cx="1875342" cy="33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9525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2020–2023</a:t>
          </a:r>
        </a:p>
      </dsp:txBody>
      <dsp:txXfrm>
        <a:off x="3715581" y="2596801"/>
        <a:ext cx="1875342" cy="339280"/>
      </dsp:txXfrm>
    </dsp:sp>
    <dsp:sp modelId="{6D4E91E3-EBD1-6B4F-A638-DDCA98A3E704}">
      <dsp:nvSpPr>
        <dsp:cNvPr id="0" name=""/>
        <dsp:cNvSpPr/>
      </dsp:nvSpPr>
      <dsp:spPr>
        <a:xfrm>
          <a:off x="3545941" y="1631156"/>
          <a:ext cx="0" cy="965644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4CBB44-C619-EF44-9B16-EBCA22673B24}">
      <dsp:nvSpPr>
        <dsp:cNvPr id="0" name=""/>
        <dsp:cNvSpPr/>
      </dsp:nvSpPr>
      <dsp:spPr>
        <a:xfrm>
          <a:off x="3515405" y="1600621"/>
          <a:ext cx="61070" cy="610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EA3D0CC-3F95-EF45-89E9-9B17F6B3D98B}">
      <dsp:nvSpPr>
        <dsp:cNvPr id="0" name=""/>
        <dsp:cNvSpPr/>
      </dsp:nvSpPr>
      <dsp:spPr>
        <a:xfrm rot="8100000">
          <a:off x="4551337" y="375917"/>
          <a:ext cx="239907" cy="239907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2E19CBE-C110-8849-80F2-2F70AB09AED6}">
      <dsp:nvSpPr>
        <dsp:cNvPr id="0" name=""/>
        <dsp:cNvSpPr/>
      </dsp:nvSpPr>
      <dsp:spPr>
        <a:xfrm>
          <a:off x="4577989" y="402569"/>
          <a:ext cx="186604" cy="18660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5F9C0B-BAAD-4E43-ACB9-07134322B287}">
      <dsp:nvSpPr>
        <dsp:cNvPr id="0" name=""/>
        <dsp:cNvSpPr/>
      </dsp:nvSpPr>
      <dsp:spPr>
        <a:xfrm>
          <a:off x="4840931" y="665511"/>
          <a:ext cx="1875342" cy="965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9850" rIns="69850" bIns="10477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Autopilot v2, a.k.a. Deployment Preparation, released</a:t>
          </a:r>
        </a:p>
      </dsp:txBody>
      <dsp:txXfrm>
        <a:off x="4840931" y="665511"/>
        <a:ext cx="1875342" cy="965644"/>
      </dsp:txXfrm>
    </dsp:sp>
    <dsp:sp modelId="{330D2D7B-D214-D94D-9543-AE796EA6F184}">
      <dsp:nvSpPr>
        <dsp:cNvPr id="0" name=""/>
        <dsp:cNvSpPr/>
      </dsp:nvSpPr>
      <dsp:spPr>
        <a:xfrm>
          <a:off x="4840931" y="326231"/>
          <a:ext cx="1875342" cy="33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9525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2024</a:t>
          </a:r>
        </a:p>
      </dsp:txBody>
      <dsp:txXfrm>
        <a:off x="4840931" y="326231"/>
        <a:ext cx="1875342" cy="339280"/>
      </dsp:txXfrm>
    </dsp:sp>
    <dsp:sp modelId="{C8B13ECF-9F31-3245-8D44-9925B9B18AB1}">
      <dsp:nvSpPr>
        <dsp:cNvPr id="0" name=""/>
        <dsp:cNvSpPr/>
      </dsp:nvSpPr>
      <dsp:spPr>
        <a:xfrm>
          <a:off x="4671291" y="665511"/>
          <a:ext cx="0" cy="965644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AA0CC6-4D91-304B-A89C-48E4AE5DB3B9}">
      <dsp:nvSpPr>
        <dsp:cNvPr id="0" name=""/>
        <dsp:cNvSpPr/>
      </dsp:nvSpPr>
      <dsp:spPr>
        <a:xfrm>
          <a:off x="4640756" y="1600621"/>
          <a:ext cx="61070" cy="610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AFE5168-997D-F844-ADDF-C147D6C0A1F9}">
      <dsp:nvSpPr>
        <dsp:cNvPr id="0" name=""/>
        <dsp:cNvSpPr/>
      </dsp:nvSpPr>
      <dsp:spPr>
        <a:xfrm rot="18900000">
          <a:off x="5676687" y="2646487"/>
          <a:ext cx="239907" cy="239907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7206A92-9778-4A42-A2CE-9D6EF4EAA7D4}">
      <dsp:nvSpPr>
        <dsp:cNvPr id="0" name=""/>
        <dsp:cNvSpPr/>
      </dsp:nvSpPr>
      <dsp:spPr>
        <a:xfrm>
          <a:off x="5703339" y="2673139"/>
          <a:ext cx="186604" cy="18660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BC7ECC-9373-274D-8038-A2650E49DA4D}">
      <dsp:nvSpPr>
        <dsp:cNvPr id="0" name=""/>
        <dsp:cNvSpPr/>
      </dsp:nvSpPr>
      <dsp:spPr>
        <a:xfrm>
          <a:off x="5966281" y="1631156"/>
          <a:ext cx="1875342" cy="965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4775" rIns="0" bIns="69850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10th anniversary of the start of work…</a:t>
          </a:r>
        </a:p>
      </dsp:txBody>
      <dsp:txXfrm>
        <a:off x="5966281" y="1631156"/>
        <a:ext cx="1875342" cy="965644"/>
      </dsp:txXfrm>
    </dsp:sp>
    <dsp:sp modelId="{077F4754-31B0-D244-BB31-7CD6D0A0A57C}">
      <dsp:nvSpPr>
        <dsp:cNvPr id="0" name=""/>
        <dsp:cNvSpPr/>
      </dsp:nvSpPr>
      <dsp:spPr>
        <a:xfrm>
          <a:off x="5966281" y="2596801"/>
          <a:ext cx="1875342" cy="33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9525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2026</a:t>
          </a:r>
        </a:p>
      </dsp:txBody>
      <dsp:txXfrm>
        <a:off x="5966281" y="2596801"/>
        <a:ext cx="1875342" cy="339280"/>
      </dsp:txXfrm>
    </dsp:sp>
    <dsp:sp modelId="{686DCFFE-618F-5D4A-896D-B82AFD39CCD4}">
      <dsp:nvSpPr>
        <dsp:cNvPr id="0" name=""/>
        <dsp:cNvSpPr/>
      </dsp:nvSpPr>
      <dsp:spPr>
        <a:xfrm>
          <a:off x="5796641" y="1631156"/>
          <a:ext cx="0" cy="965644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EF0B7C-7F52-244D-BD43-3C269C80EBD2}">
      <dsp:nvSpPr>
        <dsp:cNvPr id="0" name=""/>
        <dsp:cNvSpPr/>
      </dsp:nvSpPr>
      <dsp:spPr>
        <a:xfrm>
          <a:off x="5766106" y="1600621"/>
          <a:ext cx="61070" cy="610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4E9E7-0A46-C642-B1CD-9F43F63A761F}" type="datetime1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0FFE6-5FBB-9B41-A19C-338E023F0B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770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F37FED-970C-2049-96AE-96BD1BA5E2DA}" type="datetime1">
              <a:rPr lang="en-US" smtClean="0"/>
              <a:t>10/13/26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Click to edit Master text styles</a:t>
            </a:r>
          </a:p>
          <a:p>
            <a:pPr lvl="1"/>
            <a:r>
              <a:rPr lang="nb-NO"/>
              <a:t>Second level</a:t>
            </a:r>
          </a:p>
          <a:p>
            <a:pPr lvl="2"/>
            <a:r>
              <a:rPr lang="nb-NO"/>
              <a:t>Third level</a:t>
            </a:r>
          </a:p>
          <a:p>
            <a:pPr lvl="3"/>
            <a:r>
              <a:rPr lang="nb-NO"/>
              <a:t>Fourth level</a:t>
            </a:r>
          </a:p>
          <a:p>
            <a:pPr lvl="4"/>
            <a:r>
              <a:rPr lang="nb-NO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48085-8ED8-F544-9D86-69C4C46BE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602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789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8F95C4E-1091-4AFC-A458-56779C01DE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552" y="1995686"/>
            <a:ext cx="8064896" cy="720080"/>
          </a:xfrm>
        </p:spPr>
        <p:txBody>
          <a:bodyPr>
            <a:normAutofit/>
          </a:bodyPr>
          <a:lstStyle>
            <a:lvl1pPr algn="ctr">
              <a:defRPr sz="2800">
                <a:solidFill>
                  <a:srgbClr val="1A1B1B"/>
                </a:solidFill>
                <a:latin typeface="Roboto Medium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9552" y="1995686"/>
            <a:ext cx="8064896" cy="720080"/>
          </a:xfrm>
        </p:spPr>
        <p:txBody>
          <a:bodyPr>
            <a:normAutofit/>
          </a:bodyPr>
          <a:lstStyle>
            <a:lvl1pPr algn="ctr">
              <a:defRPr sz="2800">
                <a:solidFill>
                  <a:srgbClr val="1A1B1B"/>
                </a:solidFill>
                <a:latin typeface="Roboto Medium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5" name="Plassholder for tekst 3">
            <a:extLst>
              <a:ext uri="{FF2B5EF4-FFF2-40B4-BE49-F238E27FC236}">
                <a16:creationId xmlns:a16="http://schemas.microsoft.com/office/drawing/2014/main" id="{1CD8EA4B-13CD-40B4-BDDD-B2F23644D4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2931791"/>
            <a:ext cx="8064896" cy="432048"/>
          </a:xfrm>
        </p:spPr>
        <p:txBody>
          <a:bodyPr/>
          <a:lstStyle>
            <a:lvl1pPr marL="0" indent="0" algn="ctr">
              <a:buClr>
                <a:srgbClr val="FDBA12"/>
              </a:buClr>
              <a:buFontTx/>
              <a:buNone/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1pPr>
            <a:lvl2pPr marL="457200" indent="0">
              <a:buClr>
                <a:srgbClr val="FDBA12"/>
              </a:buClr>
              <a:buFontTx/>
              <a:buNone/>
              <a:defRPr baseline="0">
                <a:solidFill>
                  <a:schemeClr val="bg1"/>
                </a:solidFill>
                <a:latin typeface="IBM Plex Sans" panose="020B0503050203000203" pitchFamily="34" charset="0"/>
                <a:cs typeface="Museo Sans 100"/>
              </a:defRPr>
            </a:lvl2pPr>
            <a:lvl3pPr marL="914400" indent="0">
              <a:buClr>
                <a:srgbClr val="FDBA12"/>
              </a:buClr>
              <a:buFontTx/>
              <a:buNone/>
              <a:defRPr baseline="0">
                <a:solidFill>
                  <a:schemeClr val="bg1"/>
                </a:solidFill>
                <a:latin typeface="IBM Plex Sans" panose="020B0503050203000203" pitchFamily="34" charset="0"/>
                <a:cs typeface="Museo Sans 100"/>
              </a:defRPr>
            </a:lvl3pPr>
            <a:lvl4pPr marL="1371600" indent="0">
              <a:buClr>
                <a:srgbClr val="FDBA12"/>
              </a:buClr>
              <a:buFontTx/>
              <a:buNone/>
              <a:defRPr baseline="0">
                <a:solidFill>
                  <a:schemeClr val="bg1"/>
                </a:solidFill>
                <a:latin typeface="IBM Plex Sans" panose="020B0503050203000203" pitchFamily="34" charset="0"/>
                <a:cs typeface="Museo Sans 100"/>
              </a:defRPr>
            </a:lvl4pPr>
            <a:lvl5pPr marL="1828800" indent="0">
              <a:buClr>
                <a:srgbClr val="FDBA12"/>
              </a:buClr>
              <a:buFontTx/>
              <a:buNone/>
              <a:defRPr baseline="0">
                <a:solidFill>
                  <a:schemeClr val="bg1"/>
                </a:solidFill>
                <a:latin typeface="IBM Plex Sans" panose="020B0503050203000203" pitchFamily="34" charset="0"/>
                <a:cs typeface="Museo Sans 10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211147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aseline="0">
                <a:solidFill>
                  <a:srgbClr val="1A1B1B"/>
                </a:solidFill>
                <a:latin typeface="Roboto Medium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563688"/>
            <a:ext cx="8229600" cy="2663825"/>
          </a:xfrm>
        </p:spPr>
        <p:txBody>
          <a:bodyPr/>
          <a:lstStyle>
            <a:lvl1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943087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LIGHT media 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aseline="0">
                <a:solidFill>
                  <a:srgbClr val="1A1B1B"/>
                </a:solidFill>
                <a:latin typeface="Roboto Medium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563688"/>
            <a:ext cx="4114800" cy="2663825"/>
          </a:xfrm>
        </p:spPr>
        <p:txBody>
          <a:bodyPr/>
          <a:lstStyle>
            <a:lvl1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01918F4-FC6F-654D-B51C-42789775576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16463" y="1563688"/>
            <a:ext cx="3970337" cy="2663825"/>
          </a:xfrm>
        </p:spPr>
        <p:txBody>
          <a:bodyPr/>
          <a:lstStyle>
            <a:lvl1pPr>
              <a:buClr>
                <a:srgbClr val="444444"/>
              </a:buClr>
              <a:defRPr>
                <a:solidFill>
                  <a:srgbClr val="630991"/>
                </a:solidFill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785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aseline="0">
                <a:solidFill>
                  <a:srgbClr val="1A1B1B"/>
                </a:solidFill>
                <a:latin typeface="Roboto Medium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563688"/>
            <a:ext cx="4114800" cy="2663825"/>
          </a:xfrm>
        </p:spPr>
        <p:txBody>
          <a:bodyPr/>
          <a:lstStyle>
            <a:lvl1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3" name="Plassholder for tekst 3">
            <a:extLst>
              <a:ext uri="{FF2B5EF4-FFF2-40B4-BE49-F238E27FC236}">
                <a16:creationId xmlns:a16="http://schemas.microsoft.com/office/drawing/2014/main" id="{4287A63A-23A3-47F6-72A7-C794851808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8946" y="1563687"/>
            <a:ext cx="4114800" cy="2663825"/>
          </a:xfrm>
        </p:spPr>
        <p:txBody>
          <a:bodyPr/>
          <a:lstStyle>
            <a:lvl1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548640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insert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0A42B-155C-4E38-B2A4-05F9B3773F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313" y="411510"/>
            <a:ext cx="8208143" cy="4176464"/>
          </a:xfrm>
        </p:spPr>
        <p:txBody>
          <a:bodyPr/>
          <a:lstStyle>
            <a:lvl1pPr marL="342900" indent="-342900">
              <a:buClr>
                <a:srgbClr val="193233"/>
              </a:buClr>
              <a:buFont typeface="Arial" panose="020B0604020202020204" pitchFamily="34" charset="0"/>
              <a:buChar char="•"/>
              <a:defRPr>
                <a:solidFill>
                  <a:srgbClr val="1A1B1B"/>
                </a:solidFill>
                <a:latin typeface="Roboto Medium" panose="02000000000000000000" pitchFamily="2" charset="0"/>
              </a:defRPr>
            </a:lvl1pPr>
            <a:lvl2pPr marL="742950" indent="-285750">
              <a:buClr>
                <a:srgbClr val="193233"/>
              </a:buClr>
              <a:buFont typeface="Arial" panose="020B0604020202020204" pitchFamily="34" charset="0"/>
              <a:buChar char="•"/>
              <a:defRPr>
                <a:solidFill>
                  <a:srgbClr val="1A1B1B"/>
                </a:solidFill>
                <a:latin typeface="Roboto Medium" panose="02000000000000000000" pitchFamily="2" charset="0"/>
              </a:defRPr>
            </a:lvl2pPr>
            <a:lvl3pPr marL="1200150" indent="-285750">
              <a:buClr>
                <a:srgbClr val="193233"/>
              </a:buClr>
              <a:buFont typeface="Arial" panose="020B0604020202020204" pitchFamily="34" charset="0"/>
              <a:buChar char="•"/>
              <a:defRPr>
                <a:solidFill>
                  <a:srgbClr val="1A1B1B"/>
                </a:solidFill>
                <a:latin typeface="Roboto Medium" panose="02000000000000000000" pitchFamily="2" charset="0"/>
              </a:defRPr>
            </a:lvl3pPr>
            <a:lvl4pPr marL="1657350" indent="-285750">
              <a:buClr>
                <a:srgbClr val="193233"/>
              </a:buClr>
              <a:buFont typeface="Arial" panose="020B0604020202020204" pitchFamily="34" charset="0"/>
              <a:buChar char="•"/>
              <a:defRPr>
                <a:solidFill>
                  <a:srgbClr val="1A1B1B"/>
                </a:solidFill>
                <a:latin typeface="Roboto Medium" panose="02000000000000000000" pitchFamily="2" charset="0"/>
              </a:defRPr>
            </a:lvl4pPr>
            <a:lvl5pPr marL="2114550" indent="-285750">
              <a:buClr>
                <a:srgbClr val="193233"/>
              </a:buClr>
              <a:buFont typeface="Arial" panose="020B0604020202020204" pitchFamily="34" charset="0"/>
              <a:buChar char="•"/>
              <a:defRPr>
                <a:solidFill>
                  <a:srgbClr val="1A1B1B"/>
                </a:solidFill>
                <a:latin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219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6876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aseline="0">
                <a:solidFill>
                  <a:srgbClr val="98F8FE"/>
                </a:solidFill>
                <a:latin typeface="Roboto Medium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563688"/>
            <a:ext cx="8229600" cy="2663825"/>
          </a:xfrm>
        </p:spPr>
        <p:txBody>
          <a:bodyPr/>
          <a:lstStyle>
            <a:lvl1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DARK media 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aseline="0">
                <a:solidFill>
                  <a:srgbClr val="98F8FE"/>
                </a:solidFill>
                <a:latin typeface="Roboto Medium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563688"/>
            <a:ext cx="4042792" cy="2663825"/>
          </a:xfrm>
        </p:spPr>
        <p:txBody>
          <a:bodyPr/>
          <a:lstStyle>
            <a:lvl1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C619DA90-5716-16E7-D0C6-E0AD562F6B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16463" y="1563688"/>
            <a:ext cx="3970337" cy="2663825"/>
          </a:xfrm>
        </p:spPr>
        <p:txBody>
          <a:bodyPr/>
          <a:lstStyle>
            <a:lvl1pPr>
              <a:buClr>
                <a:srgbClr val="FFF9A9"/>
              </a:buCl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60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dia inser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0A42B-155C-4E38-B2A4-05F9B3773F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313" y="411510"/>
            <a:ext cx="8208143" cy="4176464"/>
          </a:xfrm>
        </p:spPr>
        <p:txBody>
          <a:bodyPr/>
          <a:lstStyle>
            <a:lvl1pPr marL="342900" indent="-342900">
              <a:buClr>
                <a:srgbClr val="C3FBFE"/>
              </a:buClr>
              <a:buFont typeface="Arial" panose="020B0604020202020204" pitchFamily="34" charset="0"/>
              <a:buChar char="•"/>
              <a:defRPr>
                <a:solidFill>
                  <a:srgbClr val="98F8FE"/>
                </a:solidFill>
                <a:latin typeface="Roboto Medium" panose="02000000000000000000" pitchFamily="2" charset="0"/>
              </a:defRPr>
            </a:lvl1pPr>
            <a:lvl2pPr marL="742950" indent="-285750">
              <a:buClr>
                <a:srgbClr val="C3FBFE"/>
              </a:buClr>
              <a:buFont typeface="Arial" panose="020B0604020202020204" pitchFamily="34" charset="0"/>
              <a:buChar char="•"/>
              <a:defRPr>
                <a:solidFill>
                  <a:srgbClr val="98F8FE"/>
                </a:solidFill>
                <a:latin typeface="Roboto Medium" panose="02000000000000000000" pitchFamily="2" charset="0"/>
              </a:defRPr>
            </a:lvl2pPr>
            <a:lvl3pPr marL="1200150" indent="-285750">
              <a:buClr>
                <a:srgbClr val="C3FBFE"/>
              </a:buClr>
              <a:buFont typeface="Arial" panose="020B0604020202020204" pitchFamily="34" charset="0"/>
              <a:buChar char="•"/>
              <a:defRPr>
                <a:solidFill>
                  <a:srgbClr val="98F8FE"/>
                </a:solidFill>
                <a:latin typeface="Roboto Medium" panose="02000000000000000000" pitchFamily="2" charset="0"/>
              </a:defRPr>
            </a:lvl3pPr>
            <a:lvl4pPr marL="1657350" indent="-285750">
              <a:buClr>
                <a:srgbClr val="C3FBFE"/>
              </a:buClr>
              <a:buFont typeface="Arial" panose="020B0604020202020204" pitchFamily="34" charset="0"/>
              <a:buChar char="•"/>
              <a:defRPr>
                <a:solidFill>
                  <a:srgbClr val="98F8FE"/>
                </a:solidFill>
                <a:latin typeface="Roboto Medium" panose="02000000000000000000" pitchFamily="2" charset="0"/>
              </a:defRPr>
            </a:lvl4pPr>
            <a:lvl5pPr marL="2114550" indent="-285750">
              <a:buClr>
                <a:srgbClr val="C3FBFE"/>
              </a:buClr>
              <a:buFont typeface="Arial" panose="020B0604020202020204" pitchFamily="34" charset="0"/>
              <a:buChar char="•"/>
              <a:defRPr>
                <a:solidFill>
                  <a:srgbClr val="98F8FE"/>
                </a:solidFill>
                <a:latin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2654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86161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F171D-66F5-4811-8A8F-801CF81CA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6E3DFD-AC1B-4588-8AC8-D08156842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7CC21-DBB9-425C-918E-F2276A41417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B8492-DAD9-4B10-933B-1CC0BBE3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F5FDEA-4D95-4095-8B6B-E9080D938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F766E-B2A7-4B1B-A2A8-5B3CA2EF0B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550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4CFE5-2BE1-429F-9647-1DFA32333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726CF-1F08-4893-8EF2-2F741CD97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2C15C-BAD2-4CA1-B8A5-D6FA66071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7CC21-DBB9-425C-918E-F2276A41417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A44D2-B37E-4138-AD95-68E839ED3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0F55E-F2F6-4155-B75E-5DF00B9A2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F766E-B2A7-4B1B-A2A8-5B3CA2EF0B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1987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756E5-37BC-43B4-8D15-A3F8BBF3F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41D1E-8D08-4E11-B424-9E11B133C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A681F-B0B9-4FF5-8C14-09EAA0EE6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7CC21-DBB9-425C-918E-F2276A41417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2F2C5-E00A-4B05-B5FC-961697084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B2F7A-D441-45A2-B724-D8666EAD9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F766E-B2A7-4B1B-A2A8-5B3CA2EF0B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55552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7A4901-37F6-4C89-A225-B8D364170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7CC21-DBB9-425C-918E-F2276A41417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CF948-C19A-40E6-A229-851F56FB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0B070-3C0E-4D06-AF38-9CBD95430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F766E-B2A7-4B1B-A2A8-5B3CA2EF0B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8384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7992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y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E9D60F-DCB5-DECA-D136-2146EEB88B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5438" y="949326"/>
            <a:ext cx="8458200" cy="34738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0F3F6"/>
                </a:solidFill>
              </a:defRPr>
            </a:lvl1pPr>
            <a:lvl2pPr>
              <a:defRPr>
                <a:solidFill>
                  <a:srgbClr val="F0F3F6"/>
                </a:solidFill>
              </a:defRPr>
            </a:lvl2pPr>
            <a:lvl3pPr>
              <a:defRPr>
                <a:solidFill>
                  <a:srgbClr val="F0F3F6"/>
                </a:solidFill>
              </a:defRPr>
            </a:lvl3pPr>
            <a:lvl4pPr>
              <a:defRPr>
                <a:solidFill>
                  <a:srgbClr val="F0F3F6"/>
                </a:solidFill>
              </a:defRPr>
            </a:lvl4pPr>
            <a:lvl5pPr>
              <a:defRPr>
                <a:solidFill>
                  <a:srgbClr val="F0F3F6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B9C4FC-F0B7-F794-2BAA-E100F3A27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67548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714062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y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C4FC-F0B7-F794-2BAA-E100F3A27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67548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A48A28-FBAA-AB89-310E-1C2A293176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108" y="1024335"/>
            <a:ext cx="4067771" cy="340944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0F3F6"/>
                </a:solidFill>
              </a:defRPr>
            </a:lvl1pPr>
            <a:lvl2pPr>
              <a:defRPr>
                <a:solidFill>
                  <a:srgbClr val="F0F3F6"/>
                </a:solidFill>
              </a:defRPr>
            </a:lvl2pPr>
            <a:lvl3pPr>
              <a:defRPr>
                <a:solidFill>
                  <a:srgbClr val="F0F3F6"/>
                </a:solidFill>
              </a:defRPr>
            </a:lvl3pPr>
            <a:lvl4pPr>
              <a:defRPr>
                <a:solidFill>
                  <a:srgbClr val="F0F3F6"/>
                </a:solidFill>
              </a:defRPr>
            </a:lvl4pPr>
            <a:lvl5pPr>
              <a:defRPr>
                <a:solidFill>
                  <a:srgbClr val="F0F3F6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02D8758-79A9-8276-4F08-334E7EAEF2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67692" y="1024335"/>
            <a:ext cx="4238855" cy="340944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0F3F6"/>
                </a:solidFill>
              </a:defRPr>
            </a:lvl1pPr>
            <a:lvl2pPr>
              <a:defRPr>
                <a:solidFill>
                  <a:srgbClr val="F0F3F6"/>
                </a:solidFill>
              </a:defRPr>
            </a:lvl2pPr>
            <a:lvl3pPr>
              <a:defRPr>
                <a:solidFill>
                  <a:srgbClr val="F0F3F6"/>
                </a:solidFill>
              </a:defRPr>
            </a:lvl3pPr>
            <a:lvl4pPr>
              <a:defRPr>
                <a:solidFill>
                  <a:srgbClr val="F0F3F6"/>
                </a:solidFill>
              </a:defRPr>
            </a:lvl4pPr>
            <a:lvl5pPr>
              <a:defRPr>
                <a:solidFill>
                  <a:srgbClr val="F0F3F6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967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55526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69927"/>
            <a:ext cx="8229600" cy="28229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49" r:id="rId2"/>
    <p:sldLayoutId id="2147483693" r:id="rId3"/>
    <p:sldLayoutId id="2147483692" r:id="rId4"/>
    <p:sldLayoutId id="2147483696" r:id="rId5"/>
    <p:sldLayoutId id="2147483699" r:id="rId6"/>
    <p:sldLayoutId id="2147483694" r:id="rId7"/>
    <p:sldLayoutId id="2147483691" r:id="rId8"/>
    <p:sldLayoutId id="2147483655" r:id="rId9"/>
    <p:sldLayoutId id="2147483695" r:id="rId10"/>
    <p:sldLayoutId id="2147483697" r:id="rId11"/>
    <p:sldLayoutId id="2147483698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baseline="0">
          <a:solidFill>
            <a:srgbClr val="1A1B1B"/>
          </a:solidFill>
          <a:latin typeface="Roboto Medium" panose="02000000000000000000" pitchFamily="2" charset="0"/>
          <a:ea typeface="+mj-ea"/>
          <a:cs typeface="Roboto Medium" panose="02000000000000000000" pitchFamily="2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93233"/>
        </a:buClr>
        <a:buFont typeface="Arial"/>
        <a:buChar char="•"/>
        <a:defRPr sz="2000" b="0" i="0" strike="noStrike" kern="1200" baseline="0">
          <a:solidFill>
            <a:srgbClr val="0A1523"/>
          </a:solidFill>
          <a:latin typeface="Roboto Medium" panose="02000000000000000000" pitchFamily="2" charset="0"/>
          <a:ea typeface="+mn-ea"/>
          <a:cs typeface="Roboto Medium" panose="02000000000000000000" pitchFamily="2" charset="0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93233"/>
        </a:buClr>
        <a:buFont typeface="Arial"/>
        <a:buChar char="•"/>
        <a:defRPr sz="1800" b="0" i="0" kern="1200" baseline="0">
          <a:solidFill>
            <a:srgbClr val="0A1523"/>
          </a:solidFill>
          <a:latin typeface="Roboto Medium" panose="02000000000000000000" pitchFamily="2" charset="0"/>
          <a:ea typeface="+mn-ea"/>
          <a:cs typeface="Roboto Medium" panose="02000000000000000000" pitchFamily="2" charset="0"/>
        </a:defRPr>
      </a:lvl2pPr>
      <a:lvl3pPr marL="1257300" indent="-342900" algn="l" defTabSz="457200" rtl="0" eaLnBrk="1" latinLnBrk="0" hangingPunct="1">
        <a:spcBef>
          <a:spcPct val="20000"/>
        </a:spcBef>
        <a:buClr>
          <a:srgbClr val="193233"/>
        </a:buClr>
        <a:buFont typeface="Arial"/>
        <a:buChar char="•"/>
        <a:defRPr sz="1800" b="0" i="0" kern="1200" baseline="0">
          <a:solidFill>
            <a:srgbClr val="0A1523"/>
          </a:solidFill>
          <a:latin typeface="Roboto Medium" panose="02000000000000000000" pitchFamily="2" charset="0"/>
          <a:ea typeface="+mn-ea"/>
          <a:cs typeface="Roboto Medium" panose="02000000000000000000" pitchFamily="2" charset="0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93233"/>
        </a:buClr>
        <a:buFont typeface="Arial"/>
        <a:buChar char="•"/>
        <a:defRPr sz="1400" b="0" i="0" kern="1200" baseline="0">
          <a:solidFill>
            <a:srgbClr val="0A1523"/>
          </a:solidFill>
          <a:latin typeface="Roboto Medium" panose="02000000000000000000" pitchFamily="2" charset="0"/>
          <a:ea typeface="+mn-ea"/>
          <a:cs typeface="Roboto Medium" panose="02000000000000000000" pitchFamily="2" charset="0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93233"/>
        </a:buClr>
        <a:buFont typeface="Arial"/>
        <a:buChar char="•"/>
        <a:defRPr sz="1400" b="0" i="0" kern="1200" baseline="0">
          <a:solidFill>
            <a:srgbClr val="0A1523"/>
          </a:solidFill>
          <a:latin typeface="Roboto Medium" panose="02000000000000000000" pitchFamily="2" charset="0"/>
          <a:ea typeface="+mn-ea"/>
          <a:cs typeface="Roboto Medium" panose="02000000000000000000" pitchFamily="2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michaeln@2pintsoftware.com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atchmypc.com/blog/windows-autopilot-device-association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call4cloud.nl/autopilot-get-device-association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oofhours.com/2020/07/19/troubleshooting-windows-autopilot-hybrid-azure-ad-join/" TargetMode="Externa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oofhours.com/2020/05/19/renaming-autopilot-deployed-hybrid-azure-ad-join-devices/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691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C5DAF-8F57-46B2-9F41-B03F489CB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556" y="1203598"/>
            <a:ext cx="8064896" cy="720080"/>
          </a:xfrm>
        </p:spPr>
        <p:txBody>
          <a:bodyPr>
            <a:noAutofit/>
          </a:bodyPr>
          <a:lstStyle/>
          <a:p>
            <a:r>
              <a:rPr lang="en-US" sz="1800" dirty="0"/>
              <a:t>Michael Niehaus</a:t>
            </a:r>
            <a:br>
              <a:rPr lang="en-US" sz="1800" dirty="0"/>
            </a:br>
            <a:r>
              <a:rPr lang="en-US" sz="1800" dirty="0" err="1"/>
              <a:t>Programme</a:t>
            </a:r>
            <a:r>
              <a:rPr lang="en-US" sz="1800" dirty="0"/>
              <a:t> Director, 2Pint Software</a:t>
            </a:r>
            <a:br>
              <a:rPr lang="en-US" sz="1800" dirty="0"/>
            </a:br>
            <a:r>
              <a:rPr lang="en-US" sz="1800" dirty="0">
                <a:hlinkClick r:id="rId2"/>
              </a:rPr>
              <a:t>michaeln@2pintsoftware.com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2x ex-MVP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4984C-634C-4ED0-B981-94C45DEC12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556" y="2643758"/>
            <a:ext cx="8064896" cy="1080120"/>
          </a:xfrm>
        </p:spPr>
        <p:txBody>
          <a:bodyPr>
            <a:normAutofit/>
          </a:bodyPr>
          <a:lstStyle/>
          <a:p>
            <a:r>
              <a:rPr lang="en-US" sz="2800" dirty="0"/>
              <a:t>Ten(-</a:t>
            </a:r>
            <a:r>
              <a:rPr lang="en-US" sz="2800" dirty="0" err="1"/>
              <a:t>ish</a:t>
            </a:r>
            <a:r>
              <a:rPr lang="en-US" sz="2800" dirty="0"/>
              <a:t>) learnings from ten years of</a:t>
            </a:r>
            <a:br>
              <a:rPr lang="en-US" sz="2800" dirty="0"/>
            </a:br>
            <a:r>
              <a:rPr lang="en-US" sz="2800" dirty="0"/>
              <a:t>Windows Autopilot</a:t>
            </a:r>
          </a:p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D0D1FD9-032B-0D1B-0764-F6172D1582A8}"/>
              </a:ext>
            </a:extLst>
          </p:cNvPr>
          <p:cNvSpPr txBox="1">
            <a:spLocks/>
          </p:cNvSpPr>
          <p:nvPr/>
        </p:nvSpPr>
        <p:spPr>
          <a:xfrm>
            <a:off x="575556" y="3507854"/>
            <a:ext cx="8064896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Clr>
                <a:srgbClr val="FDBA12"/>
              </a:buClr>
              <a:buFontTx/>
              <a:buNone/>
              <a:defRPr sz="2000" b="0" i="0" strike="noStrike" kern="1200" baseline="0">
                <a:solidFill>
                  <a:srgbClr val="1A1B1B"/>
                </a:solidFill>
                <a:latin typeface="Roboto Medium" panose="02000000000000000000" pitchFamily="2" charset="0"/>
                <a:ea typeface="+mn-ea"/>
                <a:cs typeface="Roboto Medium" panose="02000000000000000000" pitchFamily="2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Clr>
                <a:srgbClr val="FDBA12"/>
              </a:buClr>
              <a:buFontTx/>
              <a:buNone/>
              <a:defRPr sz="1800" b="0" i="0" kern="1200" baseline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Museo Sans 10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Clr>
                <a:srgbClr val="FDBA12"/>
              </a:buClr>
              <a:buFontTx/>
              <a:buNone/>
              <a:defRPr sz="1800" b="0" i="0" kern="1200" baseline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Museo Sans 10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Clr>
                <a:srgbClr val="FDBA12"/>
              </a:buClr>
              <a:buFontTx/>
              <a:buNone/>
              <a:defRPr sz="1400" b="0" i="0" kern="1200" baseline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Museo Sans 100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Clr>
                <a:srgbClr val="FDBA12"/>
              </a:buClr>
              <a:buFontTx/>
              <a:buNone/>
              <a:defRPr sz="1400" b="0" i="0" kern="1200" baseline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Museo Sans 10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20552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AF6B4-8702-8771-1B27-9E4078B69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67548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Quick history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4FB6D5-2205-9725-9C0C-52DB4979EBEE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1257300" y="1214437"/>
          <a:ext cx="7886700" cy="3262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8200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5C6FA-2A8A-316A-FBF1-FA4A97FEC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 vert="horz" lIns="45720" tIns="22860" rIns="45720" bIns="22860" rtlCol="0" anchor="b">
            <a:normAutofit/>
          </a:bodyPr>
          <a:lstStyle/>
          <a:p>
            <a:r>
              <a:rPr lang="en-US" dirty="0"/>
              <a:t>What have we learned in 10 years?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CBD07-EA7A-BD54-9046-0EB0A3A1E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</p:spPr>
        <p:txBody>
          <a:bodyPr vert="horz" lIns="45720" tIns="22860" rIns="45720" bIns="22860" rtlCol="0" anchor="ctr">
            <a:normAutofit/>
          </a:bodyPr>
          <a:lstStyle/>
          <a:p>
            <a:r>
              <a:rPr lang="en-US"/>
              <a:t>Autopilot is a great marketing success</a:t>
            </a:r>
          </a:p>
          <a:p>
            <a:r>
              <a:rPr lang="en-US"/>
              <a:t>There have been plenty of bumps and bruises along the way</a:t>
            </a:r>
          </a:p>
          <a:p>
            <a:r>
              <a:rPr lang="en-US"/>
              <a:t>There are always lots of “opportunities for improvement”</a:t>
            </a:r>
          </a:p>
        </p:txBody>
      </p:sp>
    </p:spTree>
    <p:extLst>
      <p:ext uri="{BB962C8B-B14F-4D97-AF65-F5344CB8AC3E}">
        <p14:creationId xmlns:p14="http://schemas.microsoft.com/office/powerpoint/2010/main" val="872064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F8F21-04A9-00B0-1301-F6BBA0EC2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#1: Device registration is challenging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18F04-E7AB-1EB0-3FCC-D412A412E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29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8E65BB-76A0-79A8-759F-3988AED17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0"/>
            <a:ext cx="3810000" cy="2571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AFD671-887B-1DCE-8896-5B5A0BD14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3" y="2793348"/>
            <a:ext cx="6119564" cy="220916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FA0A42-04B7-2076-3B85-E1792C1F4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702" y="1131591"/>
            <a:ext cx="4393299" cy="187154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C7C4785-5DC8-8A7F-78BB-0AF18F720D96}"/>
              </a:ext>
            </a:extLst>
          </p:cNvPr>
          <p:cNvSpPr/>
          <p:nvPr/>
        </p:nvSpPr>
        <p:spPr>
          <a:xfrm>
            <a:off x="1690321" y="3315143"/>
            <a:ext cx="753475" cy="369328"/>
          </a:xfrm>
          <a:prstGeom prst="rect">
            <a:avLst/>
          </a:prstGeom>
          <a:noFill/>
          <a:ln w="38100" cap="flat">
            <a:solidFill>
              <a:srgbClr val="FF0000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hangingPunct="0"/>
            <a:endParaRPr lang="en-US">
              <a:solidFill>
                <a:srgbClr val="000000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3C50FF-EA70-AD00-BAD0-002FBD8E44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7847" y="0"/>
            <a:ext cx="5928306" cy="51435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709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634755-35CD-E0B8-2464-80533008F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855"/>
            <a:ext cx="4527512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92183B-9303-9BAD-D62E-ACC3F27517A0}"/>
              </a:ext>
            </a:extLst>
          </p:cNvPr>
          <p:cNvSpPr txBox="1"/>
          <p:nvPr/>
        </p:nvSpPr>
        <p:spPr>
          <a:xfrm>
            <a:off x="4645090" y="1556087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Apple makes it look easy, but:</a:t>
            </a:r>
          </a:p>
          <a:p>
            <a:pPr marL="742965" lvl="1" indent="-285764">
              <a:buFont typeface="Arial" panose="020B0604020202020204" pitchFamily="34" charset="0"/>
              <a:buChar char="•"/>
            </a:pPr>
            <a:r>
              <a:rPr lang="en-US" dirty="0"/>
              <a:t>Apple has only one OEM, itself, manufacturing and repairing all devices</a:t>
            </a:r>
          </a:p>
          <a:p>
            <a:pPr marL="742965" lvl="1" indent="-285764">
              <a:buFont typeface="Arial" panose="020B0604020202020204" pitchFamily="34" charset="0"/>
              <a:buChar char="•"/>
            </a:pPr>
            <a:r>
              <a:rPr lang="en-US" dirty="0"/>
              <a:t>PC supply chains are complicated: resale, refurbishments, returns, leases</a:t>
            </a:r>
          </a:p>
          <a:p>
            <a:pPr marL="742965" lvl="1" indent="-285764">
              <a:buFont typeface="Arial" panose="020B0604020202020204" pitchFamily="34" charset="0"/>
              <a:buChar char="•"/>
            </a:pPr>
            <a:r>
              <a:rPr lang="en-US" dirty="0"/>
              <a:t>How do you prove you own something?</a:t>
            </a:r>
          </a:p>
        </p:txBody>
      </p:sp>
    </p:spTree>
    <p:extLst>
      <p:ext uri="{BB962C8B-B14F-4D97-AF65-F5344CB8AC3E}">
        <p14:creationId xmlns:p14="http://schemas.microsoft.com/office/powerpoint/2010/main" val="2448427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B75A97-734D-6185-85F7-33966DFD8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9" y="1"/>
            <a:ext cx="5531484" cy="3740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78F174-4099-D563-3067-6649E2C14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874" y="1405930"/>
            <a:ext cx="4596750" cy="3745082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898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9C5148-F117-02AF-54B6-1E4B54FDB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257" y="2249981"/>
            <a:ext cx="3124200" cy="2381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0B18EC-16BD-CDC3-447E-1BAE87C07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84" y="559359"/>
            <a:ext cx="6006680" cy="33812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DDFF6C-C3F6-465C-552C-BB28E9535A6A}"/>
              </a:ext>
            </a:extLst>
          </p:cNvPr>
          <p:cNvSpPr txBox="1"/>
          <p:nvPr/>
        </p:nvSpPr>
        <p:spPr>
          <a:xfrm>
            <a:off x="116324" y="4160234"/>
            <a:ext cx="627221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/>
              <a:t>https://</a:t>
            </a:r>
            <a:r>
              <a:rPr lang="en-US" sz="1350" dirty="0" err="1"/>
              <a:t>patchmypc.com</a:t>
            </a:r>
            <a:r>
              <a:rPr lang="en-US" sz="1350" dirty="0"/>
              <a:t>/blog/windows-autopilot-device-association/ </a:t>
            </a:r>
          </a:p>
        </p:txBody>
      </p:sp>
    </p:spTree>
    <p:extLst>
      <p:ext uri="{BB962C8B-B14F-4D97-AF65-F5344CB8AC3E}">
        <p14:creationId xmlns:p14="http://schemas.microsoft.com/office/powerpoint/2010/main" val="3910716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Pv2 device association.mp4">
            <a:hlinkClick r:id="" action="ppaction://media"/>
            <a:extLst>
              <a:ext uri="{FF2B5EF4-FFF2-40B4-BE49-F238E27FC236}">
                <a16:creationId xmlns:a16="http://schemas.microsoft.com/office/drawing/2014/main" id="{0EE353BD-3AA7-4203-27F8-53C1024D039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799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8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40EB8C-A69A-1709-2C0A-A0F37A49D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883724"/>
            <a:ext cx="5829300" cy="2491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3C8FCF-34DE-220A-698D-41F80C2204CA}"/>
              </a:ext>
            </a:extLst>
          </p:cNvPr>
          <p:cNvSpPr txBox="1"/>
          <p:nvPr/>
        </p:nvSpPr>
        <p:spPr>
          <a:xfrm>
            <a:off x="1907704" y="4443958"/>
            <a:ext cx="574357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Windows Autopilot Device Association</a:t>
            </a:r>
            <a:endParaRPr lang="en-US" sz="13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E6A03D-A261-799E-6E50-D33D9DFEE5DC}"/>
              </a:ext>
            </a:extLst>
          </p:cNvPr>
          <p:cNvSpPr txBox="1"/>
          <p:nvPr/>
        </p:nvSpPr>
        <p:spPr>
          <a:xfrm>
            <a:off x="1907704" y="4651707"/>
            <a:ext cx="538543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3"/>
              </a:spcAft>
            </a:pPr>
            <a:r>
              <a:rPr lang="en-US" sz="135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Windows Autopilot Device Association: somebody has to be the OEM</a:t>
            </a:r>
            <a:endParaRPr lang="en-US" sz="1575" dirty="0">
              <a:latin typeface="Poppins" panose="000005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62232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809AA-2773-4CB5-39CA-CCB6FC30F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#2: User-driven scenario should focus on the user (duh)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A2935-001B-BE7D-CAF9-0A468D5FB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03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to Enroll Windows 11 Device to Intune through Azure AD Join method ...">
            <a:extLst>
              <a:ext uri="{FF2B5EF4-FFF2-40B4-BE49-F238E27FC236}">
                <a16:creationId xmlns:a16="http://schemas.microsoft.com/office/drawing/2014/main" id="{0ED535A8-1101-1F41-64DA-93C29D7EC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05" y="928705"/>
            <a:ext cx="5686563" cy="3611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A01563-20C0-A3F2-7721-40ED0F08538F}"/>
              </a:ext>
            </a:extLst>
          </p:cNvPr>
          <p:cNvSpPr txBox="1"/>
          <p:nvPr/>
        </p:nvSpPr>
        <p:spPr>
          <a:xfrm>
            <a:off x="5686563" y="1857411"/>
            <a:ext cx="34574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65" lvl="1" indent="-285764">
              <a:buFont typeface="Arial" panose="020B0604020202020204" pitchFamily="34" charset="0"/>
              <a:buChar char="•"/>
            </a:pPr>
            <a:r>
              <a:rPr lang="en-US" dirty="0"/>
              <a:t>Users want to know:</a:t>
            </a:r>
          </a:p>
          <a:p>
            <a:pPr marL="1200165" lvl="2" indent="-285764">
              <a:buFont typeface="System Font Regular"/>
              <a:buChar char="❌"/>
            </a:pPr>
            <a:r>
              <a:rPr lang="en-US" dirty="0"/>
              <a:t>When will this be done?</a:t>
            </a:r>
          </a:p>
          <a:p>
            <a:pPr marL="742965" lvl="1" indent="-285764">
              <a:buFont typeface="Arial" panose="020B0604020202020204" pitchFamily="34" charset="0"/>
              <a:buChar char="•"/>
            </a:pPr>
            <a:r>
              <a:rPr lang="en-US" dirty="0"/>
              <a:t>IT admins want to know:</a:t>
            </a:r>
          </a:p>
          <a:p>
            <a:pPr marL="1200165" lvl="2" indent="-285764">
              <a:buFont typeface="System Font Regular"/>
              <a:buChar char="❌"/>
            </a:pPr>
            <a:r>
              <a:rPr lang="en-US" dirty="0"/>
              <a:t>What is happening now?</a:t>
            </a:r>
          </a:p>
        </p:txBody>
      </p:sp>
    </p:spTree>
    <p:extLst>
      <p:ext uri="{BB962C8B-B14F-4D97-AF65-F5344CB8AC3E}">
        <p14:creationId xmlns:p14="http://schemas.microsoft.com/office/powerpoint/2010/main" val="3440252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2E552C5-76AA-EF0C-765E-AB5152E29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051" y="878579"/>
            <a:ext cx="4928050" cy="3696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169459-0F80-90B8-585D-005E6BA0C6A9}"/>
              </a:ext>
            </a:extLst>
          </p:cNvPr>
          <p:cNvSpPr txBox="1"/>
          <p:nvPr/>
        </p:nvSpPr>
        <p:spPr>
          <a:xfrm>
            <a:off x="5330513" y="1760307"/>
            <a:ext cx="34574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65" lvl="1" indent="-285764">
              <a:buFont typeface="Arial" panose="020B0604020202020204" pitchFamily="34" charset="0"/>
              <a:buChar char="•"/>
            </a:pPr>
            <a:r>
              <a:rPr lang="en-US" dirty="0"/>
              <a:t>Users want to know:</a:t>
            </a:r>
          </a:p>
          <a:p>
            <a:pPr marL="1200165" lvl="2" indent="-285764">
              <a:buFont typeface="System Font Regular"/>
              <a:buChar char="⚠️"/>
            </a:pPr>
            <a:r>
              <a:rPr lang="en-US" dirty="0"/>
              <a:t>When will this be done?</a:t>
            </a:r>
          </a:p>
          <a:p>
            <a:pPr marL="742965" lvl="1" indent="-285764">
              <a:buFont typeface="Arial" panose="020B0604020202020204" pitchFamily="34" charset="0"/>
              <a:buChar char="•"/>
            </a:pPr>
            <a:r>
              <a:rPr lang="en-US" dirty="0"/>
              <a:t>IT admins want to know:</a:t>
            </a:r>
          </a:p>
          <a:p>
            <a:pPr marL="1200165" lvl="2" indent="-285764">
              <a:buFont typeface="System Font Regular"/>
              <a:buChar char="❌"/>
            </a:pPr>
            <a:r>
              <a:rPr lang="en-US" dirty="0"/>
              <a:t>What is happening now?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0373D-2444-286B-2AEC-B143BD64E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53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AF446-0CC5-57D6-5A40-BADCD1190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#3: “Soon” is not an exact term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01586-5FC6-BD5E-D505-F49F6DEB8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911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53BBC6-E528-FE08-E8BF-530DA76D6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3914"/>
            <a:ext cx="7772400" cy="379190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A6D3033-6C8E-A861-801F-197F618B758B}"/>
              </a:ext>
            </a:extLst>
          </p:cNvPr>
          <p:cNvSpPr/>
          <p:nvPr/>
        </p:nvSpPr>
        <p:spPr>
          <a:xfrm>
            <a:off x="499820" y="1729599"/>
            <a:ext cx="573438" cy="1859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508384-5046-8C95-EF2B-25CE25A2E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997" y="2886032"/>
            <a:ext cx="7772400" cy="2182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2FC504-266D-3A28-ADB6-DCF5A087C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997" y="2058328"/>
            <a:ext cx="7772400" cy="6515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264820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4BD07-9DEE-E5E3-1070-9E1E218C5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46DC0-A16F-2DBB-FCAD-78135C433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#4: Apps, ugh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A70CB-58FE-8942-9A80-583DF9870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012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E3BED8-192B-18F9-9AF4-43DCF957F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57238"/>
            <a:ext cx="5254352" cy="29641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6AB783-CAE1-4240-D233-A44B9AC8D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52" y="3296487"/>
            <a:ext cx="7772400" cy="10105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E44829-5062-9AA2-B87C-0A3CB53FF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600" y="1"/>
            <a:ext cx="5686400" cy="354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2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A8BB09-DDD5-159F-3F89-40071BB4A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3872"/>
            <a:ext cx="5542384" cy="20606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85B1F9-81A7-E7E3-B5EA-AE10D799298F}"/>
              </a:ext>
            </a:extLst>
          </p:cNvPr>
          <p:cNvSpPr txBox="1"/>
          <p:nvPr/>
        </p:nvSpPr>
        <p:spPr>
          <a:xfrm>
            <a:off x="2493970" y="2686441"/>
            <a:ext cx="1643133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Fixed in 2024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3DA35F-DE5B-73BB-25D1-518D90496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096" y="1760892"/>
            <a:ext cx="6520904" cy="27790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B59611-9D09-8A66-DC2B-5FCB92E67312}"/>
              </a:ext>
            </a:extLst>
          </p:cNvPr>
          <p:cNvSpPr txBox="1"/>
          <p:nvPr/>
        </p:nvSpPr>
        <p:spPr>
          <a:xfrm>
            <a:off x="4840176" y="3706631"/>
            <a:ext cx="3810212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Would make people really happy…</a:t>
            </a:r>
          </a:p>
        </p:txBody>
      </p:sp>
    </p:spTree>
    <p:extLst>
      <p:ext uri="{BB962C8B-B14F-4D97-AF65-F5344CB8AC3E}">
        <p14:creationId xmlns:p14="http://schemas.microsoft.com/office/powerpoint/2010/main" val="246071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D2CF5-DD99-2AA1-9B57-612EB54D1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#5: Policies, ugh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7D7ED-BE5A-A9BB-87D8-E5F21A16A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865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indows 11 Autopilot Provisioning Experience - MDM Tech Space">
            <a:extLst>
              <a:ext uri="{FF2B5EF4-FFF2-40B4-BE49-F238E27FC236}">
                <a16:creationId xmlns:a16="http://schemas.microsoft.com/office/drawing/2014/main" id="{142835B2-25CE-4DE0-BB83-DEFB6834D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42" y="995174"/>
            <a:ext cx="6321168" cy="3487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4044F68-74F6-8290-A603-698153D660A4}"/>
              </a:ext>
            </a:extLst>
          </p:cNvPr>
          <p:cNvSpPr/>
          <p:nvPr/>
        </p:nvSpPr>
        <p:spPr>
          <a:xfrm>
            <a:off x="3847171" y="2865196"/>
            <a:ext cx="1683834" cy="369328"/>
          </a:xfrm>
          <a:prstGeom prst="rect">
            <a:avLst/>
          </a:prstGeom>
          <a:noFill/>
          <a:ln w="38100" cap="flat">
            <a:solidFill>
              <a:srgbClr val="FF0000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hangingPunct="0"/>
            <a:endParaRPr lang="en-US">
              <a:solidFill>
                <a:srgbClr val="000000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AD1A1A-498A-CCDE-757A-16944DE15651}"/>
              </a:ext>
            </a:extLst>
          </p:cNvPr>
          <p:cNvSpPr txBox="1"/>
          <p:nvPr/>
        </p:nvSpPr>
        <p:spPr>
          <a:xfrm>
            <a:off x="6677218" y="2110086"/>
            <a:ext cx="20876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65" lvl="1" indent="-285764">
              <a:buFont typeface="Arial" panose="020B0604020202020204" pitchFamily="34" charset="0"/>
              <a:buChar char="•"/>
            </a:pPr>
            <a:r>
              <a:rPr lang="en-US" dirty="0"/>
              <a:t>Did you ever wonder?</a:t>
            </a:r>
          </a:p>
        </p:txBody>
      </p:sp>
    </p:spTree>
    <p:extLst>
      <p:ext uri="{BB962C8B-B14F-4D97-AF65-F5344CB8AC3E}">
        <p14:creationId xmlns:p14="http://schemas.microsoft.com/office/powerpoint/2010/main" val="383073353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F662A-1A9B-A1EA-DEEC-C04609051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#6: Windows vs. Intune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1132B-C48C-800B-EF96-0494BCCC8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369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[Sam's Ousting] 最大的输家依旧是微软|一亩三分地职场达人版">
            <a:extLst>
              <a:ext uri="{FF2B5EF4-FFF2-40B4-BE49-F238E27FC236}">
                <a16:creationId xmlns:a16="http://schemas.microsoft.com/office/drawing/2014/main" id="{92D2C139-23DC-5196-D779-7551E41A4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39" y="905599"/>
            <a:ext cx="5539430" cy="3591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923391-436F-E0FA-9625-C4B1288047AF}"/>
              </a:ext>
            </a:extLst>
          </p:cNvPr>
          <p:cNvSpPr txBox="1"/>
          <p:nvPr/>
        </p:nvSpPr>
        <p:spPr>
          <a:xfrm>
            <a:off x="6008768" y="1547139"/>
            <a:ext cx="2575932" cy="2308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742965" indent="-285764">
              <a:buFont typeface="Arial" panose="020B0604020202020204" pitchFamily="34" charset="0"/>
              <a:buChar char="•"/>
            </a:pPr>
            <a:r>
              <a:rPr lang="en-US" dirty="0"/>
              <a:t>Windows vs. Intune vs. AAD</a:t>
            </a:r>
          </a:p>
          <a:p>
            <a:pPr marL="742965" indent="-285764">
              <a:buFont typeface="Arial" panose="020B0604020202020204" pitchFamily="34" charset="0"/>
              <a:buChar char="•"/>
            </a:pPr>
            <a:endParaRPr lang="en-US" dirty="0"/>
          </a:p>
          <a:p>
            <a:pPr marL="742965" indent="-285764">
              <a:buFont typeface="Arial" panose="020B0604020202020204" pitchFamily="34" charset="0"/>
              <a:buChar char="•"/>
            </a:pPr>
            <a:r>
              <a:rPr lang="en-US" dirty="0"/>
              <a:t>Intune absorbs Autopilot and Windows Enterprise (kind of)</a:t>
            </a:r>
          </a:p>
        </p:txBody>
      </p:sp>
    </p:spTree>
    <p:extLst>
      <p:ext uri="{BB962C8B-B14F-4D97-AF65-F5344CB8AC3E}">
        <p14:creationId xmlns:p14="http://schemas.microsoft.com/office/powerpoint/2010/main" val="395061994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E2C90-1FDD-A65E-D197-1A3581577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#7: Performance is great when you don't test with a real MDM…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8DE2B-8F09-68FF-9A4A-DD7A08648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707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7285D-B9E2-4B53-3A8D-FF8C145F1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86DA3-D810-8200-57D2-7A77A27C9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#8: Designed for "ludicrous scale" when not needed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76DE6-FD68-3AFD-3673-C05CAFA10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575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735D05-682E-3330-D6AA-FFD08AAA9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3" y="1650655"/>
            <a:ext cx="6285161" cy="10394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80B011-4F6F-D155-D703-260472C60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3" y="2724559"/>
            <a:ext cx="6285161" cy="17860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9DC27A-05D4-6637-1530-29A60162C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3" y="542316"/>
            <a:ext cx="6285161" cy="107390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DF4C32F-0B75-A295-D680-12FC61240929}"/>
              </a:ext>
            </a:extLst>
          </p:cNvPr>
          <p:cNvSpPr/>
          <p:nvPr/>
        </p:nvSpPr>
        <p:spPr>
          <a:xfrm>
            <a:off x="1635835" y="4134970"/>
            <a:ext cx="756397" cy="252133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88610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9A315D-E127-5F8D-CA1A-6E6F95D3B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949325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0044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5A7DC-0E73-0BC3-5209-5787D9D90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#9: Hybrid was doomed from the start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EBA5E-F6F1-34B4-9A42-76D5E1CA9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703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A2A6B8-0632-96E6-9685-99653B7A2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2413"/>
            <a:ext cx="4797190" cy="2938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83045-5E5F-76B3-C086-E489BBC07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8F4DF1-FD80-7599-AAC5-DADE62B227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76458" y="615203"/>
            <a:ext cx="4067771" cy="4064374"/>
          </a:xfrm>
        </p:spPr>
        <p:txBody>
          <a:bodyPr>
            <a:normAutofit fontScale="85000" lnSpcReduction="10000"/>
          </a:bodyPr>
          <a:lstStyle/>
          <a:p>
            <a:pPr marL="285764" indent="-285764"/>
            <a:r>
              <a:rPr lang="en-US" dirty="0">
                <a:solidFill>
                  <a:schemeClr val="tx1"/>
                </a:solidFill>
              </a:rPr>
              <a:t>RIP, ADFS; hello AAD Connect</a:t>
            </a:r>
          </a:p>
          <a:p>
            <a:pPr marL="285764" indent="-285764"/>
            <a:r>
              <a:rPr lang="en-US" dirty="0">
                <a:solidFill>
                  <a:schemeClr val="tx1"/>
                </a:solidFill>
              </a:rPr>
              <a:t>DirectAccess is dead, long live DirectAccess</a:t>
            </a:r>
          </a:p>
          <a:p>
            <a:pPr marL="285764" indent="-285764"/>
            <a:r>
              <a:rPr lang="en-US" dirty="0">
                <a:solidFill>
                  <a:schemeClr val="tx1"/>
                </a:solidFill>
              </a:rPr>
              <a:t>Just switch to Always On VPN.  Wait, you want to use a different VPN?</a:t>
            </a:r>
          </a:p>
          <a:p>
            <a:pPr marL="285764" indent="-285764"/>
            <a:r>
              <a:rPr lang="en-US" dirty="0">
                <a:solidFill>
                  <a:schemeClr val="tx1"/>
                </a:solidFill>
              </a:rPr>
              <a:t>PC names don’t matter (and are apparently case-sensitive?)</a:t>
            </a:r>
          </a:p>
          <a:p>
            <a:pPr marL="285764" indent="-285764"/>
            <a:r>
              <a:rPr lang="en-US" dirty="0">
                <a:solidFill>
                  <a:schemeClr val="tx1"/>
                </a:solidFill>
              </a:rPr>
              <a:t>You only want to target a single device?</a:t>
            </a:r>
          </a:p>
          <a:p>
            <a:pPr marL="285764" indent="-285764"/>
            <a:r>
              <a:rPr lang="en-US" dirty="0">
                <a:solidFill>
                  <a:schemeClr val="tx1"/>
                </a:solidFill>
              </a:rPr>
              <a:t>Push customers to the cloud, meet them where they are, push them to the cloud, meet them where they are…</a:t>
            </a:r>
          </a:p>
          <a:p>
            <a:pPr marL="285764" indent="-285764"/>
            <a:r>
              <a:rPr lang="en-US" dirty="0">
                <a:solidFill>
                  <a:schemeClr val="tx1"/>
                </a:solidFill>
              </a:rPr>
              <a:t>Stay on the bridge, blow up the bridge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5316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8" descr="Portrait of ginger kitten">
            <a:extLst>
              <a:ext uri="{FF2B5EF4-FFF2-40B4-BE49-F238E27FC236}">
                <a16:creationId xmlns:a16="http://schemas.microsoft.com/office/drawing/2014/main" id="{8B514087-E38A-6E11-D958-490FFAB56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4096" y="943465"/>
            <a:ext cx="3769904" cy="25086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E6A87D-C204-2996-42F5-B27EEF9A2DC4}"/>
              </a:ext>
            </a:extLst>
          </p:cNvPr>
          <p:cNvSpPr txBox="1"/>
          <p:nvPr/>
        </p:nvSpPr>
        <p:spPr>
          <a:xfrm>
            <a:off x="5374096" y="3461373"/>
            <a:ext cx="37699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 kittens were harmed during the creation of this slide, or during any HAADJ provisioning process for that matter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0433FF-2D22-388B-8560-CA83CD1280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108" y="1024334"/>
            <a:ext cx="4067771" cy="3503963"/>
          </a:xfrm>
        </p:spPr>
        <p:txBody>
          <a:bodyPr>
            <a:normAutofit fontScale="70000" lnSpcReduction="20000"/>
          </a:bodyPr>
          <a:lstStyle/>
          <a:p>
            <a:pPr marL="514376" indent="-514376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Implement Always On VPN or a third-party equivalent that supports automatic connections</a:t>
            </a:r>
          </a:p>
          <a:p>
            <a:pPr marL="514376" indent="-514376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Check the “Skip AD Connectivity Check” box in the HAADJ Autopilot profile</a:t>
            </a:r>
          </a:p>
          <a:p>
            <a:pPr marL="514376" indent="-514376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Turn off user ESP.  See the “</a:t>
            </a:r>
            <a:r>
              <a:rPr lang="en-US" dirty="0" err="1">
                <a:solidFill>
                  <a:schemeClr val="tx1"/>
                </a:solidFill>
              </a:rPr>
              <a:t>SkipUserStatusPage</a:t>
            </a:r>
            <a:r>
              <a:rPr lang="en-US" dirty="0">
                <a:solidFill>
                  <a:schemeClr val="tx1"/>
                </a:solidFill>
              </a:rPr>
              <a:t>” instructions in </a:t>
            </a:r>
            <a:r>
              <a:rPr lang="en-US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 post here</a:t>
            </a:r>
            <a:r>
              <a:rPr lang="en-US" dirty="0">
                <a:solidFill>
                  <a:schemeClr val="tx1"/>
                </a:solidFill>
              </a:rPr>
              <a:t>. (There really should be a checkbox in the ESP settings to make this easier.)</a:t>
            </a:r>
          </a:p>
          <a:p>
            <a:pPr marL="514376" indent="-514376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Target your Domain Join profile to “All devices.” </a:t>
            </a:r>
          </a:p>
          <a:p>
            <a:pPr marL="514376" indent="-514376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Specify the {{</a:t>
            </a:r>
            <a:r>
              <a:rPr lang="en-US" dirty="0" err="1">
                <a:solidFill>
                  <a:schemeClr val="tx1"/>
                </a:solidFill>
              </a:rPr>
              <a:t>FullyQualifiedDomainName</a:t>
            </a:r>
            <a:r>
              <a:rPr lang="en-US" dirty="0">
                <a:solidFill>
                  <a:schemeClr val="tx1"/>
                </a:solidFill>
              </a:rPr>
              <a:t>}} attribute on certificate templates in Intune</a:t>
            </a:r>
          </a:p>
          <a:p>
            <a:pPr marL="514376" indent="-514376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(Optional) Rename the AD device after the provisioning process completes. See </a:t>
            </a:r>
            <a:r>
              <a:rPr lang="en-US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post</a:t>
            </a:r>
            <a:r>
              <a:rPr lang="en-US" dirty="0">
                <a:solidFill>
                  <a:schemeClr val="tx1"/>
                </a:solidFill>
              </a:rPr>
              <a:t> for the details around that (AD/VPN connectivity required)</a:t>
            </a:r>
          </a:p>
        </p:txBody>
      </p:sp>
    </p:spTree>
    <p:extLst>
      <p:ext uri="{BB962C8B-B14F-4D97-AF65-F5344CB8AC3E}">
        <p14:creationId xmlns:p14="http://schemas.microsoft.com/office/powerpoint/2010/main" val="9462550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BBACF-728C-E138-4FDF-0978C92A3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4870E-C440-9E96-494B-7A6AAA20D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#10: Troubleshooting, why do we need troubleshooting?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AD5FB-13DB-5F7C-2C16-872392036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777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1485D9-015F-E8A2-C6AC-7A2ADC6EF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59646"/>
            <a:ext cx="6906545" cy="23212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5B45F4-79F3-36C6-3B6D-AEBDE24FC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256" y="2064664"/>
            <a:ext cx="6480720" cy="25482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2060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Windows Autopilot Device Information Report Sccm at Ralph Scott blog">
            <a:extLst>
              <a:ext uri="{FF2B5EF4-FFF2-40B4-BE49-F238E27FC236}">
                <a16:creationId xmlns:a16="http://schemas.microsoft.com/office/drawing/2014/main" id="{C8147E6D-E830-B978-997C-E8A199B5C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961839"/>
            <a:ext cx="4300053" cy="3219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14BBA2D-3D96-2007-A888-8138B4A8E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851671"/>
            <a:ext cx="6588224" cy="1890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AF93ECBB-8C64-72C1-0EF5-7FF36D67A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729" y="745815"/>
            <a:ext cx="3628201" cy="36518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4492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75F05-EDD1-1E2F-E573-533D2665F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05EB-D937-6F7E-536E-147832E13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#11: “All you need is Autopilot”…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6DED0-7A56-5930-5FD6-D1DB57197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let reality get in the way of perfectly good marketing…</a:t>
            </a:r>
          </a:p>
        </p:txBody>
      </p:sp>
    </p:spTree>
    <p:extLst>
      <p:ext uri="{BB962C8B-B14F-4D97-AF65-F5344CB8AC3E}">
        <p14:creationId xmlns:p14="http://schemas.microsoft.com/office/powerpoint/2010/main" val="33572168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6FCF4A-E948-0AC5-26B8-0A2916DC6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419622"/>
            <a:ext cx="6096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5C88AF-4DB2-53E3-6CA7-BF63D8C1A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Imaging != Provisioning</a:t>
            </a:r>
          </a:p>
        </p:txBody>
      </p:sp>
    </p:spTree>
    <p:extLst>
      <p:ext uri="{BB962C8B-B14F-4D97-AF65-F5344CB8AC3E}">
        <p14:creationId xmlns:p14="http://schemas.microsoft.com/office/powerpoint/2010/main" val="32384383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072047"/>
      </p:ext>
    </p:extLst>
  </p:cSld>
  <p:clrMapOvr>
    <a:masterClrMapping/>
  </p:clrMapOvr>
</p:sld>
</file>

<file path=ppt/theme/theme1.xml><?xml version="1.0" encoding="utf-8"?>
<a:theme xmlns:a="http://schemas.openxmlformats.org/drawingml/2006/main" name="PPT-mal_NIC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ustom 1">
      <a:majorFont>
        <a:latin typeface="Figtree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ecd07d0-0a4a-468d-8d2c-4a3699fc152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50606D0306B414485AB0ED919BE5093" ma:contentTypeVersion="9" ma:contentTypeDescription="Opprett et nytt dokument." ma:contentTypeScope="" ma:versionID="86e9e4850e235c65c8f7baa53c7b85b0">
  <xsd:schema xmlns:xsd="http://www.w3.org/2001/XMLSchema" xmlns:xs="http://www.w3.org/2001/XMLSchema" xmlns:p="http://schemas.microsoft.com/office/2006/metadata/properties" xmlns:ns2="aecd07d0-0a4a-468d-8d2c-4a3699fc1520" targetNamespace="http://schemas.microsoft.com/office/2006/metadata/properties" ma:root="true" ma:fieldsID="4fc96f60fa9e8a66d91aa9b5ee3560b2" ns2:_="">
    <xsd:import namespace="aecd07d0-0a4a-468d-8d2c-4a3699fc15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d07d0-0a4a-468d-8d2c-4a3699fc15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emerkelapper" ma:readOnly="false" ma:fieldId="{5cf76f15-5ced-4ddc-b409-7134ff3c332f}" ma:taxonomyMulti="true" ma:sspId="a82fb023-be25-41c8-82b3-54dea1880b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04F62A-926D-496C-8752-68B7680A57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98BBD6-4872-427A-8421-76B5D6EEA5AB}">
  <ds:schemaRefs>
    <ds:schemaRef ds:uri="http://schemas.microsoft.com/office/2006/metadata/properties"/>
    <ds:schemaRef ds:uri="http://schemas.microsoft.com/office/infopath/2007/PartnerControls"/>
    <ds:schemaRef ds:uri="aecd07d0-0a4a-468d-8d2c-4a3699fc1520"/>
  </ds:schemaRefs>
</ds:datastoreItem>
</file>

<file path=customXml/itemProps3.xml><?xml version="1.0" encoding="utf-8"?>
<ds:datastoreItem xmlns:ds="http://schemas.openxmlformats.org/officeDocument/2006/customXml" ds:itemID="{A95E7B90-D9B1-4401-9CFA-9F79C1459A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ecd07d0-0a4a-468d-8d2c-4a3699fc15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PPT-mal_NIC.potx</Template>
  <TotalTime>4243</TotalTime>
  <Words>605</Words>
  <Application>Microsoft Macintosh PowerPoint</Application>
  <PresentationFormat>On-screen Show (16:9)</PresentationFormat>
  <Paragraphs>68</Paragraphs>
  <Slides>36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Figtree</vt:lpstr>
      <vt:lpstr>Poppins</vt:lpstr>
      <vt:lpstr>IBM Plex Sans</vt:lpstr>
      <vt:lpstr>Calibri</vt:lpstr>
      <vt:lpstr>Arial</vt:lpstr>
      <vt:lpstr>Roboto Medium</vt:lpstr>
      <vt:lpstr>System Font Regular</vt:lpstr>
      <vt:lpstr>PPT-mal_NIC</vt:lpstr>
      <vt:lpstr>PowerPoint Presentation</vt:lpstr>
      <vt:lpstr>Michael Niehaus Programme Director, 2Pint Software michaeln@2pintsoftware.com  2x ex-MVP</vt:lpstr>
      <vt:lpstr>Quick history</vt:lpstr>
      <vt:lpstr>What have we learned in 10 years?</vt:lpstr>
      <vt:lpstr>#1: Device registration is challenging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#2: User-driven scenario should focus on the user (duh)</vt:lpstr>
      <vt:lpstr>PowerPoint Presentation</vt:lpstr>
      <vt:lpstr>PowerPoint Presentation</vt:lpstr>
      <vt:lpstr>#3: “Soon” is not an exact term</vt:lpstr>
      <vt:lpstr>PowerPoint Presentation</vt:lpstr>
      <vt:lpstr>#4: Apps, ugh</vt:lpstr>
      <vt:lpstr>PowerPoint Presentation</vt:lpstr>
      <vt:lpstr>PowerPoint Presentation</vt:lpstr>
      <vt:lpstr>#5: Policies, ugh</vt:lpstr>
      <vt:lpstr>PowerPoint Presentation</vt:lpstr>
      <vt:lpstr>#6: Windows vs. Intune</vt:lpstr>
      <vt:lpstr>PowerPoint Presentation</vt:lpstr>
      <vt:lpstr>#7: Performance is great when you don't test with a real MDM…</vt:lpstr>
      <vt:lpstr>#8: Designed for "ludicrous scale" when not needed</vt:lpstr>
      <vt:lpstr>PowerPoint Presentation</vt:lpstr>
      <vt:lpstr>PowerPoint Presentation</vt:lpstr>
      <vt:lpstr>#9: Hybrid was doomed from the start</vt:lpstr>
      <vt:lpstr>PowerPoint Presentation</vt:lpstr>
      <vt:lpstr>PowerPoint Presentation</vt:lpstr>
      <vt:lpstr>#10: Troubleshooting, why do we need troubleshooting?</vt:lpstr>
      <vt:lpstr>PowerPoint Presentation</vt:lpstr>
      <vt:lpstr>PowerPoint Presentation</vt:lpstr>
      <vt:lpstr>#11: “All you need is Autopilot”…</vt:lpstr>
      <vt:lpstr>Imaging != Provisioning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tn</dc:creator>
  <cp:lastModifiedBy>Michael Niehaus</cp:lastModifiedBy>
  <cp:revision>87</cp:revision>
  <dcterms:created xsi:type="dcterms:W3CDTF">2012-11-21T10:27:26Z</dcterms:created>
  <dcterms:modified xsi:type="dcterms:W3CDTF">2026-10-13T08:13:46Z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0x010100550606D0306B414485AB0ED919BE5093</vt:lpwstr>
  </property>
</Properties>
</file>